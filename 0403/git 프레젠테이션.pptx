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6" r:id="rId2"/>
    <p:sldId id="267" r:id="rId3"/>
    <p:sldId id="269" r:id="rId4"/>
    <p:sldId id="258" r:id="rId5"/>
    <p:sldId id="268" r:id="rId6"/>
    <p:sldId id="270" r:id="rId7"/>
    <p:sldId id="257" r:id="rId8"/>
    <p:sldId id="271" r:id="rId9"/>
    <p:sldId id="259" r:id="rId10"/>
    <p:sldId id="272" r:id="rId11"/>
    <p:sldId id="260" r:id="rId12"/>
    <p:sldId id="273" r:id="rId13"/>
    <p:sldId id="261" r:id="rId14"/>
    <p:sldId id="275" r:id="rId15"/>
    <p:sldId id="262" r:id="rId16"/>
    <p:sldId id="276" r:id="rId17"/>
    <p:sldId id="263" r:id="rId18"/>
    <p:sldId id="277" r:id="rId19"/>
    <p:sldId id="264" r:id="rId20"/>
    <p:sldId id="26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2863D-8645-46C3-8DFA-4636A89BA4A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86CC3-B30B-481F-9963-D0AB175675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87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77115-E344-CADE-CCF3-12CAA925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48F6F7-6C72-E1A2-1DA8-0851B8D7E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2EE3F-86AA-A5E2-4010-2A069CC0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55387-9DF9-86B8-DD58-1861B8EA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049D7-5A9A-6D2A-5831-85316FB0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9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3A0A4-0BB7-090B-2D1A-6D8D1D3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605FC-D971-B0CE-7D23-ECF00F786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95B12-5B2D-C1CF-01B2-521D8213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2179B-D2C1-C734-528D-F52988DD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953BD0-1F27-0605-543C-EE19BFB4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73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BADB2-CF00-50E1-A6A7-726F4947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A3564A-10F7-02CD-07E4-8D387E6A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45E03-397C-04BC-F5F5-E8F66991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5ECCA-9F96-F645-BC47-912BAB49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15027-A0E7-7453-6B20-53BE63B7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8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F1D66-4661-008A-1240-FEBCEA5E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94DC3-A7CF-7A0C-40CF-D972693F5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59816B-735F-A446-4B18-E06E3D3D4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2C528-C9E8-6F22-E520-D6DE17B9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8DC60F-52B2-8BB0-7C6E-2F4FD4BC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3EEE9F-94AA-5D71-93DD-C216A5D2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53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4717C-86BF-A98D-2501-A0B296E9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E05AE9-A2E8-80D2-A633-EDC70CCB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6BE499-AE9A-6CF5-D7A6-6325884D5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8D05BE-E970-5C5B-7258-C0DEE196B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7F5FCE-B0D2-38A9-BD7E-2327B30BB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4B516C-F76F-35A8-6FE0-99823EEC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D50AF6-963D-AAB2-6F1A-B27F27AE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1DBCBB-06B1-0321-8D23-0BF64CAB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88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7C079-8792-3F95-826F-FEFE6096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046FDE-F5C8-8294-4B92-9A20797F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53EBEE-595E-E46C-70DB-F6D1A8A3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645D73-D0CB-1A60-2519-5CFAE342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05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73D320-6E14-91CB-186C-6335776C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C2914B-66FA-7E76-1D88-67933A71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BA48B-FB19-4487-D501-C6AAFA29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55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8D5FE-9303-2900-E643-EC402F36C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C74FE-73A1-B5B5-B2E9-FCE12E5C4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EFD20-7CC9-2291-731D-31958593E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6895FD-852B-1038-0A50-26B0F0FE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23DADF-225E-CB30-F613-CEA52993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D82E3-57B2-DCDB-314B-2363AE12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28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54BF2-9D33-01BD-8056-778E793F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86B9E0-FC6C-4878-1588-412FC586B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DFD521-B01B-4A4F-6F9B-2B3985E22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61FC01-E20E-2541-6931-A589ACD5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2A407-E689-3833-E9FD-95D0A0F1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BE44B8-0794-2C9A-97AF-5935DC09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2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5CF78-4C4A-DC5E-4F6B-2B524CDF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ED2812-91B2-AFC4-0707-38251F795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1002C-9878-926A-F84F-9210BC1B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AA402-8146-2EAF-0C6E-F92FF370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8D833-316D-B5C7-210D-10C0909E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84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779C3A-1B94-23E4-878B-4CFC41124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9863D3-7592-81EC-4EEA-1BC1122C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971C7-C0F9-9936-EE81-54583270C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79B16F-C8D0-A754-8C51-D9551BD5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D42F4-85C3-C247-BCE8-9844BF8C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90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96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829C86-1810-7503-2209-45E50D65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C0EEF6-4ED6-8EF3-7D6B-3A57E363B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55A9F-F5CF-9426-E51B-BAA75493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88BAC-1881-445A-850C-4EDED9DED037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4714D2-10E0-3659-2808-49EB8A06D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43D59-95B8-E465-8226-4FBFB8827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E6C90-F398-44DA-8EC8-A397FA70F0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82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25082-6F59-3E33-D6C5-5AD7153F4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Git </a:t>
            </a:r>
            <a:r>
              <a:rPr lang="ko-KR" altLang="en-US" dirty="0"/>
              <a:t>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5D051-A3E1-7307-D8C5-F6463E5921D6}"/>
              </a:ext>
            </a:extLst>
          </p:cNvPr>
          <p:cNvSpPr txBox="1"/>
          <p:nvPr/>
        </p:nvSpPr>
        <p:spPr>
          <a:xfrm>
            <a:off x="8118764" y="6396335"/>
            <a:ext cx="4073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/>
              <a:t>2026964033 </a:t>
            </a:r>
            <a:r>
              <a:rPr lang="ko-KR" altLang="en-US" sz="2400" dirty="0"/>
              <a:t>이도현</a:t>
            </a:r>
          </a:p>
        </p:txBody>
      </p:sp>
    </p:spTree>
    <p:extLst>
      <p:ext uri="{BB962C8B-B14F-4D97-AF65-F5344CB8AC3E}">
        <p14:creationId xmlns:p14="http://schemas.microsoft.com/office/powerpoint/2010/main" val="1227791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85981-5C17-0B81-2820-38EC8D08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7067"/>
            <a:ext cx="10756467" cy="6719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dirty="0"/>
              <a:t>목차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78C44E-764F-E4A0-577D-105E6E872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9012"/>
            <a:ext cx="3932237" cy="5716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왜 버전 관리가 필요한가</a:t>
            </a:r>
            <a:r>
              <a:rPr lang="en-US" altLang="ko-KR" b="1" dirty="0"/>
              <a:t>?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Git</a:t>
            </a:r>
            <a:r>
              <a:rPr lang="ko-KR" altLang="en-US" b="1" dirty="0"/>
              <a:t>의 핵심 철학</a:t>
            </a:r>
            <a:r>
              <a:rPr lang="en-US" altLang="ko-KR" b="1" dirty="0"/>
              <a:t>: "</a:t>
            </a:r>
            <a:r>
              <a:rPr lang="ko-KR" altLang="en-US" b="1" dirty="0"/>
              <a:t>스냅샷</a:t>
            </a:r>
            <a:r>
              <a:rPr lang="en-US" altLang="ko-KR" b="1" dirty="0"/>
              <a:t>" </a:t>
            </a:r>
            <a:r>
              <a:rPr lang="ko-KR" altLang="en-US" b="1" dirty="0"/>
              <a:t>방식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반드시 이해해야 할 </a:t>
            </a:r>
            <a:r>
              <a:rPr lang="en-US" altLang="ko-KR" b="1" dirty="0"/>
              <a:t>Git</a:t>
            </a:r>
            <a:r>
              <a:rPr lang="ko-KR" altLang="en-US" b="1" dirty="0"/>
              <a:t>의 </a:t>
            </a:r>
            <a:r>
              <a:rPr lang="en-US" altLang="ko-KR" b="1" dirty="0"/>
              <a:t>3</a:t>
            </a:r>
            <a:r>
              <a:rPr lang="ko-KR" altLang="en-US" b="1" dirty="0"/>
              <a:t>가지 영역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기본 명령어 흐름 익히기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가지 치기와 합치기</a:t>
            </a:r>
            <a:r>
              <a:rPr lang="en-US" altLang="ko-KR" b="1" dirty="0"/>
              <a:t>: Branch &amp; Merge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Git vs GitHub: </a:t>
            </a:r>
            <a:r>
              <a:rPr lang="ko-KR" altLang="en-US" b="1" dirty="0"/>
              <a:t>도구와 플랫폼의 차이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보안 및 관리 베스트 </a:t>
            </a:r>
            <a:r>
              <a:rPr lang="ko-KR" altLang="en-US" b="1" dirty="0" err="1"/>
              <a:t>프랙티스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Git</a:t>
            </a:r>
            <a:r>
              <a:rPr lang="ko-KR" altLang="en-US" b="1" dirty="0"/>
              <a:t>의 미래와 학습 방향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92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4225D-9832-2F14-C0FD-82816186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/>
          <a:lstStyle/>
          <a:p>
            <a:pPr algn="ctr"/>
            <a:r>
              <a:rPr lang="ko-KR" altLang="en-US" b="1" dirty="0"/>
              <a:t>왜 버전 관리가 필요한가</a:t>
            </a:r>
            <a:r>
              <a:rPr lang="en-US" altLang="ko-KR" b="1" dirty="0"/>
              <a:t>?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7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8265432" y="3355192"/>
            <a:ext cx="1411578" cy="830340"/>
            <a:chOff x="6181426" y="2546378"/>
            <a:chExt cx="1411578" cy="830340"/>
          </a:xfrm>
        </p:grpSpPr>
        <p:sp>
          <p:nvSpPr>
            <p:cNvPr id="2" name="Rounded Rectangle 1"/>
            <p:cNvSpPr/>
            <p:nvPr/>
          </p:nvSpPr>
          <p:spPr>
            <a:xfrm>
              <a:off x="6596596" y="296154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6" y="249102"/>
                  </a:moveTo>
                  <a:cubicBezTo>
                    <a:pt x="766764" y="215196"/>
                    <a:pt x="774984" y="177757"/>
                    <a:pt x="774984" y="138390"/>
                  </a:cubicBezTo>
                  <a:cubicBezTo>
                    <a:pt x="774984" y="99022"/>
                    <a:pt x="766764" y="61583"/>
                    <a:pt x="751956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57"/>
                    <a:pt x="949310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0" y="276780"/>
                    <a:pt x="941052" y="268522"/>
                    <a:pt x="941052" y="258328"/>
                  </a:cubicBezTo>
                  <a:lnTo>
                    <a:pt x="941052" y="249102"/>
                  </a:lnTo>
                  <a:lnTo>
                    <a:pt x="751956" y="249102"/>
                  </a:lnTo>
                  <a:moveTo>
                    <a:pt x="244452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22"/>
                    <a:pt x="47098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8" y="0"/>
                    <a:pt x="55356" y="8257"/>
                    <a:pt x="55356" y="18452"/>
                  </a:cubicBezTo>
                  <a:lnTo>
                    <a:pt x="55356" y="27678"/>
                  </a:lnTo>
                  <a:lnTo>
                    <a:pt x="244452" y="27678"/>
                  </a:lnTo>
                  <a:cubicBezTo>
                    <a:pt x="229644" y="61583"/>
                    <a:pt x="221424" y="99022"/>
                    <a:pt x="221424" y="138390"/>
                  </a:cubicBezTo>
                  <a:cubicBezTo>
                    <a:pt x="221424" y="177757"/>
                    <a:pt x="229644" y="215196"/>
                    <a:pt x="244452" y="249102"/>
                  </a:cubicBez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181426" y="2546378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1"/>
                    <a:pt x="8257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22" y="221424"/>
                    <a:pt x="276780" y="229681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181426" y="282315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166068"/>
                  </a:moveTo>
                  <a:cubicBezTo>
                    <a:pt x="27678" y="288358"/>
                    <a:pt x="126811" y="387492"/>
                    <a:pt x="249102" y="387492"/>
                  </a:cubicBezTo>
                  <a:lnTo>
                    <a:pt x="359814" y="387492"/>
                  </a:lnTo>
                  <a:lnTo>
                    <a:pt x="359814" y="396718"/>
                  </a:lnTo>
                  <a:cubicBezTo>
                    <a:pt x="359814" y="406913"/>
                    <a:pt x="368071" y="415170"/>
                    <a:pt x="378266" y="415170"/>
                  </a:cubicBezTo>
                  <a:lnTo>
                    <a:pt x="415170" y="415170"/>
                  </a:lnTo>
                  <a:lnTo>
                    <a:pt x="415170" y="138390"/>
                  </a:lnTo>
                  <a:lnTo>
                    <a:pt x="378266" y="138390"/>
                  </a:lnTo>
                  <a:cubicBezTo>
                    <a:pt x="368071" y="138390"/>
                    <a:pt x="359814" y="146647"/>
                    <a:pt x="359814" y="156842"/>
                  </a:cubicBezTo>
                  <a:lnTo>
                    <a:pt x="359814" y="166068"/>
                  </a:lnTo>
                  <a:lnTo>
                    <a:pt x="286006" y="166068"/>
                  </a:lnTo>
                  <a:cubicBezTo>
                    <a:pt x="265626" y="166068"/>
                    <a:pt x="249102" y="149544"/>
                    <a:pt x="249102" y="129164"/>
                  </a:cubicBezTo>
                  <a:lnTo>
                    <a:pt x="249102" y="55356"/>
                  </a:lnTo>
                  <a:lnTo>
                    <a:pt x="258328" y="55356"/>
                  </a:lnTo>
                  <a:cubicBezTo>
                    <a:pt x="268522" y="55356"/>
                    <a:pt x="276780" y="47098"/>
                    <a:pt x="276780" y="36904"/>
                  </a:cubicBezTo>
                  <a:lnTo>
                    <a:pt x="276780" y="0"/>
                  </a:lnTo>
                  <a:lnTo>
                    <a:pt x="0" y="0"/>
                  </a:lnTo>
                  <a:lnTo>
                    <a:pt x="0" y="36904"/>
                  </a:lnTo>
                  <a:cubicBezTo>
                    <a:pt x="0" y="47098"/>
                    <a:pt x="8257" y="55356"/>
                    <a:pt x="18452" y="55356"/>
                  </a:cubicBezTo>
                  <a:lnTo>
                    <a:pt x="27678" y="55356"/>
                  </a:lnTo>
                  <a:lnTo>
                    <a:pt x="27678" y="166068"/>
                  </a:ln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818020" y="282315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36"/>
                    <a:pt x="429636" y="553560"/>
                    <a:pt x="276780" y="553560"/>
                  </a:cubicBezTo>
                  <a:cubicBezTo>
                    <a:pt x="123923" y="553560"/>
                    <a:pt x="0" y="429636"/>
                    <a:pt x="0" y="276780"/>
                  </a:cubicBezTo>
                  <a:cubicBezTo>
                    <a:pt x="0" y="123914"/>
                    <a:pt x="123923" y="0"/>
                    <a:pt x="276780" y="0"/>
                  </a:cubicBezTo>
                  <a:cubicBezTo>
                    <a:pt x="429636" y="0"/>
                    <a:pt x="553560" y="123914"/>
                    <a:pt x="553560" y="276780"/>
                  </a:cubicBez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265432" y="3355192"/>
            <a:ext cx="1411578" cy="830340"/>
            <a:chOff x="6181426" y="2546378"/>
            <a:chExt cx="1411578" cy="830340"/>
          </a:xfrm>
        </p:grpSpPr>
        <p:sp>
          <p:nvSpPr>
            <p:cNvPr id="7" name="Rounded Rectangle 6"/>
            <p:cNvSpPr/>
            <p:nvPr/>
          </p:nvSpPr>
          <p:spPr>
            <a:xfrm>
              <a:off x="6596596" y="296154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3" y="249102"/>
                  </a:moveTo>
                  <a:cubicBezTo>
                    <a:pt x="766767" y="215198"/>
                    <a:pt x="774984" y="177753"/>
                    <a:pt x="774984" y="138390"/>
                  </a:cubicBezTo>
                  <a:cubicBezTo>
                    <a:pt x="774984" y="99026"/>
                    <a:pt x="766767" y="61581"/>
                    <a:pt x="751953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60"/>
                    <a:pt x="949313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3" y="276780"/>
                    <a:pt x="941052" y="268519"/>
                    <a:pt x="941052" y="258328"/>
                  </a:cubicBezTo>
                  <a:lnTo>
                    <a:pt x="941052" y="249102"/>
                  </a:lnTo>
                  <a:lnTo>
                    <a:pt x="751953" y="249102"/>
                  </a:lnTo>
                  <a:close/>
                  <a:moveTo>
                    <a:pt x="244455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19"/>
                    <a:pt x="47095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5" y="0"/>
                    <a:pt x="55356" y="8260"/>
                    <a:pt x="55356" y="18452"/>
                  </a:cubicBezTo>
                  <a:lnTo>
                    <a:pt x="55356" y="27678"/>
                  </a:lnTo>
                  <a:lnTo>
                    <a:pt x="244455" y="27678"/>
                  </a:lnTo>
                  <a:cubicBezTo>
                    <a:pt x="229641" y="61581"/>
                    <a:pt x="221424" y="99026"/>
                    <a:pt x="221424" y="138390"/>
                  </a:cubicBezTo>
                  <a:cubicBezTo>
                    <a:pt x="221424" y="177753"/>
                    <a:pt x="229641" y="215198"/>
                    <a:pt x="244455" y="249102"/>
                  </a:cubicBezTo>
                  <a:close/>
                  <a:moveTo>
                    <a:pt x="941052" y="27678"/>
                  </a:moveTo>
                  <a:lnTo>
                    <a:pt x="941052" y="249102"/>
                  </a:lnTo>
                  <a:moveTo>
                    <a:pt x="55356" y="249102"/>
                  </a:moveTo>
                  <a:lnTo>
                    <a:pt x="55356" y="27678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181426" y="2546378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5"/>
                    <a:pt x="8260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19" y="221424"/>
                    <a:pt x="276780" y="229685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  <a:close/>
                  <a:moveTo>
                    <a:pt x="27678" y="221424"/>
                  </a:moveTo>
                  <a:lnTo>
                    <a:pt x="249102" y="22142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81426" y="282315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166068"/>
                  </a:moveTo>
                  <a:cubicBezTo>
                    <a:pt x="27678" y="288357"/>
                    <a:pt x="126813" y="387492"/>
                    <a:pt x="249102" y="387492"/>
                  </a:cubicBezTo>
                  <a:lnTo>
                    <a:pt x="359814" y="387492"/>
                  </a:lnTo>
                  <a:lnTo>
                    <a:pt x="359814" y="396718"/>
                  </a:lnTo>
                  <a:cubicBezTo>
                    <a:pt x="359814" y="406909"/>
                    <a:pt x="368075" y="415170"/>
                    <a:pt x="378266" y="415170"/>
                  </a:cubicBezTo>
                  <a:lnTo>
                    <a:pt x="415170" y="415170"/>
                  </a:lnTo>
                  <a:lnTo>
                    <a:pt x="415170" y="138390"/>
                  </a:lnTo>
                  <a:lnTo>
                    <a:pt x="378266" y="138390"/>
                  </a:lnTo>
                  <a:cubicBezTo>
                    <a:pt x="368075" y="138390"/>
                    <a:pt x="359814" y="146651"/>
                    <a:pt x="359814" y="156842"/>
                  </a:cubicBezTo>
                  <a:lnTo>
                    <a:pt x="359814" y="166068"/>
                  </a:lnTo>
                  <a:lnTo>
                    <a:pt x="286006" y="166068"/>
                  </a:lnTo>
                  <a:cubicBezTo>
                    <a:pt x="265625" y="166068"/>
                    <a:pt x="249102" y="149545"/>
                    <a:pt x="249102" y="129164"/>
                  </a:cubicBezTo>
                  <a:lnTo>
                    <a:pt x="249102" y="55356"/>
                  </a:lnTo>
                  <a:lnTo>
                    <a:pt x="258328" y="55356"/>
                  </a:lnTo>
                  <a:cubicBezTo>
                    <a:pt x="268519" y="55356"/>
                    <a:pt x="276780" y="47095"/>
                    <a:pt x="276780" y="36904"/>
                  </a:cubicBezTo>
                  <a:lnTo>
                    <a:pt x="276780" y="0"/>
                  </a:lnTo>
                  <a:lnTo>
                    <a:pt x="0" y="0"/>
                  </a:lnTo>
                  <a:lnTo>
                    <a:pt x="0" y="36904"/>
                  </a:lnTo>
                  <a:cubicBezTo>
                    <a:pt x="0" y="47095"/>
                    <a:pt x="8260" y="55356"/>
                    <a:pt x="18452" y="55356"/>
                  </a:cubicBezTo>
                  <a:lnTo>
                    <a:pt x="27678" y="55356"/>
                  </a:lnTo>
                  <a:close/>
                  <a:moveTo>
                    <a:pt x="359814" y="166068"/>
                  </a:moveTo>
                  <a:lnTo>
                    <a:pt x="359814" y="387492"/>
                  </a:lnTo>
                  <a:moveTo>
                    <a:pt x="249102" y="55356"/>
                  </a:moveTo>
                  <a:lnTo>
                    <a:pt x="27678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18020" y="282315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1"/>
                    <a:pt x="429641" y="553560"/>
                    <a:pt x="276780" y="553560"/>
                  </a:cubicBezTo>
                  <a:cubicBezTo>
                    <a:pt x="123919" y="553560"/>
                    <a:pt x="0" y="429641"/>
                    <a:pt x="0" y="276780"/>
                  </a:cubicBezTo>
                  <a:cubicBezTo>
                    <a:pt x="0" y="123919"/>
                    <a:pt x="123919" y="0"/>
                    <a:pt x="276780" y="0"/>
                  </a:cubicBezTo>
                  <a:cubicBezTo>
                    <a:pt x="429641" y="0"/>
                    <a:pt x="553560" y="123919"/>
                    <a:pt x="553560" y="276780"/>
                  </a:cubicBezTo>
                  <a:close/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15462" y="2524852"/>
            <a:ext cx="1826750" cy="830341"/>
            <a:chOff x="4631456" y="1716037"/>
            <a:chExt cx="1826750" cy="830341"/>
          </a:xfrm>
        </p:grpSpPr>
        <p:sp>
          <p:nvSpPr>
            <p:cNvPr id="12" name="Rounded Rectangle 11"/>
            <p:cNvSpPr/>
            <p:nvPr/>
          </p:nvSpPr>
          <p:spPr>
            <a:xfrm>
              <a:off x="5046626" y="1854427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6" y="249102"/>
                  </a:moveTo>
                  <a:cubicBezTo>
                    <a:pt x="766764" y="215196"/>
                    <a:pt x="774984" y="177757"/>
                    <a:pt x="774984" y="138390"/>
                  </a:cubicBezTo>
                  <a:cubicBezTo>
                    <a:pt x="774984" y="99022"/>
                    <a:pt x="766764" y="61583"/>
                    <a:pt x="751956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57"/>
                    <a:pt x="949310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0" y="276780"/>
                    <a:pt x="941052" y="268522"/>
                    <a:pt x="941052" y="258328"/>
                  </a:cubicBezTo>
                  <a:lnTo>
                    <a:pt x="941052" y="249102"/>
                  </a:lnTo>
                  <a:lnTo>
                    <a:pt x="751956" y="249102"/>
                  </a:lnTo>
                  <a:moveTo>
                    <a:pt x="244452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22"/>
                    <a:pt x="47098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8" y="0"/>
                    <a:pt x="55356" y="8257"/>
                    <a:pt x="55356" y="18452"/>
                  </a:cubicBezTo>
                  <a:lnTo>
                    <a:pt x="55356" y="27678"/>
                  </a:lnTo>
                  <a:lnTo>
                    <a:pt x="244452" y="27678"/>
                  </a:lnTo>
                  <a:cubicBezTo>
                    <a:pt x="229644" y="61583"/>
                    <a:pt x="221424" y="99022"/>
                    <a:pt x="221424" y="138390"/>
                  </a:cubicBezTo>
                  <a:cubicBezTo>
                    <a:pt x="221424" y="177757"/>
                    <a:pt x="229644" y="215196"/>
                    <a:pt x="244452" y="249102"/>
                  </a:cubicBez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181426" y="2269598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1"/>
                    <a:pt x="8257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22" y="221424"/>
                    <a:pt x="276780" y="229681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31456" y="185442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249102"/>
                  </a:moveTo>
                  <a:cubicBezTo>
                    <a:pt x="27678" y="126811"/>
                    <a:pt x="126811" y="27678"/>
                    <a:pt x="249102" y="27678"/>
                  </a:cubicBezTo>
                  <a:lnTo>
                    <a:pt x="359814" y="27678"/>
                  </a:lnTo>
                  <a:lnTo>
                    <a:pt x="359814" y="18452"/>
                  </a:lnTo>
                  <a:cubicBezTo>
                    <a:pt x="359814" y="8257"/>
                    <a:pt x="368071" y="0"/>
                    <a:pt x="378266" y="0"/>
                  </a:cubicBezTo>
                  <a:lnTo>
                    <a:pt x="415170" y="0"/>
                  </a:lnTo>
                  <a:lnTo>
                    <a:pt x="415170" y="276780"/>
                  </a:lnTo>
                  <a:lnTo>
                    <a:pt x="378266" y="276780"/>
                  </a:lnTo>
                  <a:cubicBezTo>
                    <a:pt x="368071" y="276780"/>
                    <a:pt x="359814" y="268522"/>
                    <a:pt x="359814" y="258328"/>
                  </a:cubicBezTo>
                  <a:lnTo>
                    <a:pt x="359814" y="249102"/>
                  </a:lnTo>
                  <a:lnTo>
                    <a:pt x="286006" y="249102"/>
                  </a:lnTo>
                  <a:cubicBezTo>
                    <a:pt x="265626" y="249102"/>
                    <a:pt x="249102" y="265626"/>
                    <a:pt x="249102" y="286006"/>
                  </a:cubicBezTo>
                  <a:lnTo>
                    <a:pt x="249102" y="359814"/>
                  </a:lnTo>
                  <a:lnTo>
                    <a:pt x="258328" y="359814"/>
                  </a:lnTo>
                  <a:cubicBezTo>
                    <a:pt x="268522" y="359814"/>
                    <a:pt x="276780" y="368071"/>
                    <a:pt x="276780" y="378266"/>
                  </a:cubicBezTo>
                  <a:lnTo>
                    <a:pt x="276780" y="415170"/>
                  </a:lnTo>
                  <a:lnTo>
                    <a:pt x="0" y="415170"/>
                  </a:lnTo>
                  <a:lnTo>
                    <a:pt x="0" y="378266"/>
                  </a:lnTo>
                  <a:cubicBezTo>
                    <a:pt x="0" y="368071"/>
                    <a:pt x="8257" y="359814"/>
                    <a:pt x="18452" y="359814"/>
                  </a:cubicBezTo>
                  <a:lnTo>
                    <a:pt x="27678" y="359814"/>
                  </a:lnTo>
                  <a:lnTo>
                    <a:pt x="27678" y="249102"/>
                  </a:ln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043035" y="185442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249102"/>
                  </a:moveTo>
                  <a:cubicBezTo>
                    <a:pt x="387492" y="126811"/>
                    <a:pt x="288358" y="27678"/>
                    <a:pt x="166068" y="27678"/>
                  </a:cubicBezTo>
                  <a:lnTo>
                    <a:pt x="55356" y="27678"/>
                  </a:lnTo>
                  <a:lnTo>
                    <a:pt x="55356" y="18452"/>
                  </a:lnTo>
                  <a:cubicBezTo>
                    <a:pt x="55356" y="8257"/>
                    <a:pt x="47098" y="0"/>
                    <a:pt x="36904" y="0"/>
                  </a:cubicBezTo>
                  <a:lnTo>
                    <a:pt x="0" y="0"/>
                  </a:lnTo>
                  <a:lnTo>
                    <a:pt x="0" y="276780"/>
                  </a:lnTo>
                  <a:lnTo>
                    <a:pt x="36904" y="276780"/>
                  </a:lnTo>
                  <a:cubicBezTo>
                    <a:pt x="47098" y="276780"/>
                    <a:pt x="55356" y="268522"/>
                    <a:pt x="55356" y="258328"/>
                  </a:cubicBezTo>
                  <a:lnTo>
                    <a:pt x="55356" y="249102"/>
                  </a:lnTo>
                  <a:lnTo>
                    <a:pt x="129164" y="249102"/>
                  </a:lnTo>
                  <a:cubicBezTo>
                    <a:pt x="149544" y="249102"/>
                    <a:pt x="166068" y="265626"/>
                    <a:pt x="166068" y="286006"/>
                  </a:cubicBezTo>
                  <a:lnTo>
                    <a:pt x="166068" y="359814"/>
                  </a:lnTo>
                  <a:lnTo>
                    <a:pt x="156842" y="359814"/>
                  </a:lnTo>
                  <a:cubicBezTo>
                    <a:pt x="146647" y="359814"/>
                    <a:pt x="138390" y="368071"/>
                    <a:pt x="138390" y="378266"/>
                  </a:cubicBezTo>
                  <a:lnTo>
                    <a:pt x="138390" y="415170"/>
                  </a:lnTo>
                  <a:lnTo>
                    <a:pt x="415170" y="415170"/>
                  </a:lnTo>
                  <a:lnTo>
                    <a:pt x="415170" y="378266"/>
                  </a:lnTo>
                  <a:cubicBezTo>
                    <a:pt x="415170" y="368071"/>
                    <a:pt x="406913" y="359814"/>
                    <a:pt x="396718" y="359814"/>
                  </a:cubicBezTo>
                  <a:lnTo>
                    <a:pt x="387492" y="359814"/>
                  </a:lnTo>
                  <a:lnTo>
                    <a:pt x="387492" y="249102"/>
                  </a:ln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68051" y="1716037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6"/>
                    <a:pt x="429636" y="553560"/>
                    <a:pt x="276780" y="553560"/>
                  </a:cubicBezTo>
                  <a:cubicBezTo>
                    <a:pt x="123923" y="553560"/>
                    <a:pt x="0" y="429646"/>
                    <a:pt x="0" y="276780"/>
                  </a:cubicBezTo>
                  <a:cubicBezTo>
                    <a:pt x="0" y="123914"/>
                    <a:pt x="123923" y="0"/>
                    <a:pt x="276780" y="0"/>
                  </a:cubicBezTo>
                  <a:cubicBezTo>
                    <a:pt x="429636" y="0"/>
                    <a:pt x="553560" y="123914"/>
                    <a:pt x="553560" y="276780"/>
                  </a:cubicBez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715462" y="2524852"/>
            <a:ext cx="1826750" cy="830341"/>
            <a:chOff x="4631456" y="1716037"/>
            <a:chExt cx="1826750" cy="830341"/>
          </a:xfrm>
        </p:grpSpPr>
        <p:sp>
          <p:nvSpPr>
            <p:cNvPr id="18" name="Rounded Rectangle 17"/>
            <p:cNvSpPr/>
            <p:nvPr/>
          </p:nvSpPr>
          <p:spPr>
            <a:xfrm>
              <a:off x="5046626" y="1854427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3" y="249102"/>
                  </a:moveTo>
                  <a:cubicBezTo>
                    <a:pt x="766767" y="215198"/>
                    <a:pt x="774984" y="177753"/>
                    <a:pt x="774984" y="138390"/>
                  </a:cubicBezTo>
                  <a:cubicBezTo>
                    <a:pt x="774984" y="99026"/>
                    <a:pt x="766767" y="61581"/>
                    <a:pt x="751953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60"/>
                    <a:pt x="949313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3" y="276780"/>
                    <a:pt x="941052" y="268519"/>
                    <a:pt x="941052" y="258328"/>
                  </a:cubicBezTo>
                  <a:lnTo>
                    <a:pt x="941052" y="249102"/>
                  </a:lnTo>
                  <a:lnTo>
                    <a:pt x="751953" y="249102"/>
                  </a:lnTo>
                  <a:close/>
                  <a:moveTo>
                    <a:pt x="244455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19"/>
                    <a:pt x="47095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5" y="0"/>
                    <a:pt x="55356" y="8260"/>
                    <a:pt x="55356" y="18452"/>
                  </a:cubicBezTo>
                  <a:lnTo>
                    <a:pt x="55356" y="27678"/>
                  </a:lnTo>
                  <a:lnTo>
                    <a:pt x="244455" y="27678"/>
                  </a:lnTo>
                  <a:cubicBezTo>
                    <a:pt x="229641" y="61581"/>
                    <a:pt x="221424" y="99026"/>
                    <a:pt x="221424" y="138390"/>
                  </a:cubicBezTo>
                  <a:cubicBezTo>
                    <a:pt x="221424" y="177753"/>
                    <a:pt x="229641" y="215198"/>
                    <a:pt x="244455" y="249102"/>
                  </a:cubicBezTo>
                  <a:close/>
                  <a:moveTo>
                    <a:pt x="941052" y="27678"/>
                  </a:moveTo>
                  <a:lnTo>
                    <a:pt x="941052" y="249102"/>
                  </a:lnTo>
                  <a:moveTo>
                    <a:pt x="55356" y="249102"/>
                  </a:moveTo>
                  <a:lnTo>
                    <a:pt x="55356" y="27678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426" y="2269598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5"/>
                    <a:pt x="8260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19" y="221424"/>
                    <a:pt x="276780" y="229685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  <a:close/>
                  <a:moveTo>
                    <a:pt x="27678" y="221424"/>
                  </a:moveTo>
                  <a:lnTo>
                    <a:pt x="249102" y="22142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631456" y="185442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249102"/>
                  </a:moveTo>
                  <a:cubicBezTo>
                    <a:pt x="27678" y="126813"/>
                    <a:pt x="126813" y="27678"/>
                    <a:pt x="249102" y="27678"/>
                  </a:cubicBezTo>
                  <a:lnTo>
                    <a:pt x="359814" y="27678"/>
                  </a:lnTo>
                  <a:lnTo>
                    <a:pt x="359814" y="18452"/>
                  </a:lnTo>
                  <a:cubicBezTo>
                    <a:pt x="359814" y="8260"/>
                    <a:pt x="368075" y="0"/>
                    <a:pt x="378266" y="0"/>
                  </a:cubicBezTo>
                  <a:lnTo>
                    <a:pt x="415170" y="0"/>
                  </a:lnTo>
                  <a:lnTo>
                    <a:pt x="415170" y="276780"/>
                  </a:lnTo>
                  <a:lnTo>
                    <a:pt x="378266" y="276780"/>
                  </a:lnTo>
                  <a:cubicBezTo>
                    <a:pt x="368075" y="276780"/>
                    <a:pt x="359814" y="268519"/>
                    <a:pt x="359814" y="258328"/>
                  </a:cubicBezTo>
                  <a:lnTo>
                    <a:pt x="359814" y="249102"/>
                  </a:lnTo>
                  <a:lnTo>
                    <a:pt x="286006" y="249102"/>
                  </a:lnTo>
                  <a:cubicBezTo>
                    <a:pt x="265625" y="249102"/>
                    <a:pt x="249102" y="265625"/>
                    <a:pt x="249102" y="286006"/>
                  </a:cubicBezTo>
                  <a:lnTo>
                    <a:pt x="249102" y="359814"/>
                  </a:lnTo>
                  <a:lnTo>
                    <a:pt x="258328" y="359814"/>
                  </a:lnTo>
                  <a:cubicBezTo>
                    <a:pt x="268519" y="359814"/>
                    <a:pt x="276780" y="368075"/>
                    <a:pt x="276780" y="378266"/>
                  </a:cubicBezTo>
                  <a:lnTo>
                    <a:pt x="276780" y="415170"/>
                  </a:lnTo>
                  <a:lnTo>
                    <a:pt x="0" y="415170"/>
                  </a:lnTo>
                  <a:lnTo>
                    <a:pt x="0" y="378266"/>
                  </a:lnTo>
                  <a:cubicBezTo>
                    <a:pt x="0" y="368075"/>
                    <a:pt x="8260" y="359814"/>
                    <a:pt x="18452" y="359814"/>
                  </a:cubicBezTo>
                  <a:lnTo>
                    <a:pt x="27678" y="359814"/>
                  </a:lnTo>
                  <a:close/>
                  <a:moveTo>
                    <a:pt x="359814" y="27678"/>
                  </a:moveTo>
                  <a:lnTo>
                    <a:pt x="359814" y="249102"/>
                  </a:lnTo>
                  <a:moveTo>
                    <a:pt x="27678" y="359814"/>
                  </a:moveTo>
                  <a:lnTo>
                    <a:pt x="249102" y="359814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043035" y="185442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249102"/>
                  </a:moveTo>
                  <a:cubicBezTo>
                    <a:pt x="387492" y="126813"/>
                    <a:pt x="288357" y="27678"/>
                    <a:pt x="166068" y="27678"/>
                  </a:cubicBezTo>
                  <a:lnTo>
                    <a:pt x="55356" y="27678"/>
                  </a:lnTo>
                  <a:lnTo>
                    <a:pt x="55356" y="18452"/>
                  </a:lnTo>
                  <a:cubicBezTo>
                    <a:pt x="55356" y="8260"/>
                    <a:pt x="47095" y="0"/>
                    <a:pt x="36904" y="0"/>
                  </a:cubicBezTo>
                  <a:lnTo>
                    <a:pt x="0" y="0"/>
                  </a:lnTo>
                  <a:lnTo>
                    <a:pt x="0" y="276780"/>
                  </a:lnTo>
                  <a:lnTo>
                    <a:pt x="36904" y="276780"/>
                  </a:lnTo>
                  <a:cubicBezTo>
                    <a:pt x="47095" y="276780"/>
                    <a:pt x="55356" y="268519"/>
                    <a:pt x="55356" y="258328"/>
                  </a:cubicBezTo>
                  <a:lnTo>
                    <a:pt x="55356" y="249102"/>
                  </a:lnTo>
                  <a:lnTo>
                    <a:pt x="129164" y="249102"/>
                  </a:lnTo>
                  <a:cubicBezTo>
                    <a:pt x="149545" y="249102"/>
                    <a:pt x="166068" y="265625"/>
                    <a:pt x="166068" y="286006"/>
                  </a:cubicBezTo>
                  <a:lnTo>
                    <a:pt x="166068" y="359814"/>
                  </a:lnTo>
                  <a:lnTo>
                    <a:pt x="156842" y="359814"/>
                  </a:lnTo>
                  <a:cubicBezTo>
                    <a:pt x="146651" y="359814"/>
                    <a:pt x="138390" y="368075"/>
                    <a:pt x="138390" y="378266"/>
                  </a:cubicBezTo>
                  <a:lnTo>
                    <a:pt x="138390" y="415170"/>
                  </a:lnTo>
                  <a:lnTo>
                    <a:pt x="415170" y="415170"/>
                  </a:lnTo>
                  <a:lnTo>
                    <a:pt x="415170" y="378266"/>
                  </a:lnTo>
                  <a:cubicBezTo>
                    <a:pt x="415170" y="368075"/>
                    <a:pt x="406909" y="359814"/>
                    <a:pt x="396718" y="359814"/>
                  </a:cubicBezTo>
                  <a:lnTo>
                    <a:pt x="387492" y="359814"/>
                  </a:lnTo>
                  <a:close/>
                  <a:moveTo>
                    <a:pt x="55356" y="249102"/>
                  </a:moveTo>
                  <a:lnTo>
                    <a:pt x="55356" y="27678"/>
                  </a:lnTo>
                  <a:moveTo>
                    <a:pt x="387492" y="359814"/>
                  </a:moveTo>
                  <a:lnTo>
                    <a:pt x="166068" y="359814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268051" y="1716037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1"/>
                    <a:pt x="429641" y="553560"/>
                    <a:pt x="276780" y="553560"/>
                  </a:cubicBezTo>
                  <a:cubicBezTo>
                    <a:pt x="123919" y="553560"/>
                    <a:pt x="0" y="429641"/>
                    <a:pt x="0" y="276780"/>
                  </a:cubicBezTo>
                  <a:cubicBezTo>
                    <a:pt x="0" y="123919"/>
                    <a:pt x="123919" y="0"/>
                    <a:pt x="276780" y="0"/>
                  </a:cubicBezTo>
                  <a:cubicBezTo>
                    <a:pt x="429641" y="0"/>
                    <a:pt x="553560" y="123919"/>
                    <a:pt x="553560" y="276780"/>
                  </a:cubicBezTo>
                  <a:close/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165492" y="2801632"/>
            <a:ext cx="1826750" cy="830341"/>
            <a:chOff x="3081486" y="1992817"/>
            <a:chExt cx="1826750" cy="830341"/>
          </a:xfrm>
        </p:grpSpPr>
        <p:sp>
          <p:nvSpPr>
            <p:cNvPr id="24" name="Rounded Rectangle 23"/>
            <p:cNvSpPr/>
            <p:nvPr/>
          </p:nvSpPr>
          <p:spPr>
            <a:xfrm>
              <a:off x="3496657" y="240798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6" y="249102"/>
                  </a:moveTo>
                  <a:cubicBezTo>
                    <a:pt x="766764" y="215196"/>
                    <a:pt x="774984" y="177757"/>
                    <a:pt x="774984" y="138390"/>
                  </a:cubicBezTo>
                  <a:cubicBezTo>
                    <a:pt x="774984" y="99022"/>
                    <a:pt x="766764" y="61583"/>
                    <a:pt x="751956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57"/>
                    <a:pt x="949310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0" y="276780"/>
                    <a:pt x="941052" y="268522"/>
                    <a:pt x="941052" y="258328"/>
                  </a:cubicBezTo>
                  <a:lnTo>
                    <a:pt x="941052" y="249102"/>
                  </a:lnTo>
                  <a:lnTo>
                    <a:pt x="751956" y="249102"/>
                  </a:lnTo>
                  <a:moveTo>
                    <a:pt x="244452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22"/>
                    <a:pt x="47098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8" y="0"/>
                    <a:pt x="55356" y="8257"/>
                    <a:pt x="55356" y="18452"/>
                  </a:cubicBezTo>
                  <a:lnTo>
                    <a:pt x="55356" y="27678"/>
                  </a:lnTo>
                  <a:lnTo>
                    <a:pt x="244452" y="27678"/>
                  </a:lnTo>
                  <a:cubicBezTo>
                    <a:pt x="229644" y="61583"/>
                    <a:pt x="221424" y="99022"/>
                    <a:pt x="221424" y="138390"/>
                  </a:cubicBezTo>
                  <a:cubicBezTo>
                    <a:pt x="221424" y="177757"/>
                    <a:pt x="229644" y="215196"/>
                    <a:pt x="244452" y="249102"/>
                  </a:cubicBez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081486" y="1992817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1"/>
                    <a:pt x="8257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22" y="221424"/>
                    <a:pt x="276780" y="229681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493066" y="226959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166068"/>
                  </a:moveTo>
                  <a:cubicBezTo>
                    <a:pt x="387492" y="288358"/>
                    <a:pt x="288358" y="387492"/>
                    <a:pt x="166068" y="387492"/>
                  </a:cubicBezTo>
                  <a:lnTo>
                    <a:pt x="55356" y="387492"/>
                  </a:lnTo>
                  <a:lnTo>
                    <a:pt x="55356" y="396718"/>
                  </a:lnTo>
                  <a:cubicBezTo>
                    <a:pt x="55356" y="406913"/>
                    <a:pt x="47098" y="415170"/>
                    <a:pt x="36904" y="415170"/>
                  </a:cubicBezTo>
                  <a:lnTo>
                    <a:pt x="0" y="415170"/>
                  </a:lnTo>
                  <a:lnTo>
                    <a:pt x="0" y="138390"/>
                  </a:lnTo>
                  <a:lnTo>
                    <a:pt x="36904" y="138390"/>
                  </a:lnTo>
                  <a:cubicBezTo>
                    <a:pt x="47098" y="138390"/>
                    <a:pt x="55356" y="146647"/>
                    <a:pt x="55356" y="156842"/>
                  </a:cubicBezTo>
                  <a:lnTo>
                    <a:pt x="55356" y="166068"/>
                  </a:lnTo>
                  <a:lnTo>
                    <a:pt x="129164" y="166068"/>
                  </a:lnTo>
                  <a:cubicBezTo>
                    <a:pt x="149544" y="166068"/>
                    <a:pt x="166068" y="149544"/>
                    <a:pt x="166068" y="129164"/>
                  </a:cubicBezTo>
                  <a:lnTo>
                    <a:pt x="166068" y="55356"/>
                  </a:lnTo>
                  <a:lnTo>
                    <a:pt x="156842" y="55356"/>
                  </a:lnTo>
                  <a:cubicBezTo>
                    <a:pt x="146647" y="55356"/>
                    <a:pt x="138390" y="47098"/>
                    <a:pt x="138390" y="36904"/>
                  </a:cubicBezTo>
                  <a:lnTo>
                    <a:pt x="138390" y="0"/>
                  </a:lnTo>
                  <a:lnTo>
                    <a:pt x="415170" y="0"/>
                  </a:lnTo>
                  <a:lnTo>
                    <a:pt x="415170" y="36904"/>
                  </a:lnTo>
                  <a:cubicBezTo>
                    <a:pt x="415170" y="47098"/>
                    <a:pt x="406913" y="55356"/>
                    <a:pt x="396718" y="55356"/>
                  </a:cubicBezTo>
                  <a:lnTo>
                    <a:pt x="387492" y="55356"/>
                  </a:lnTo>
                  <a:lnTo>
                    <a:pt x="387492" y="166068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081486" y="226959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166068"/>
                  </a:moveTo>
                  <a:cubicBezTo>
                    <a:pt x="27678" y="288358"/>
                    <a:pt x="126811" y="387492"/>
                    <a:pt x="249102" y="387492"/>
                  </a:cubicBezTo>
                  <a:lnTo>
                    <a:pt x="359814" y="387492"/>
                  </a:lnTo>
                  <a:lnTo>
                    <a:pt x="359814" y="396718"/>
                  </a:lnTo>
                  <a:cubicBezTo>
                    <a:pt x="359814" y="406913"/>
                    <a:pt x="368071" y="415170"/>
                    <a:pt x="378266" y="415170"/>
                  </a:cubicBezTo>
                  <a:lnTo>
                    <a:pt x="415170" y="415170"/>
                  </a:lnTo>
                  <a:lnTo>
                    <a:pt x="415170" y="138390"/>
                  </a:lnTo>
                  <a:lnTo>
                    <a:pt x="378266" y="138390"/>
                  </a:lnTo>
                  <a:cubicBezTo>
                    <a:pt x="368071" y="138390"/>
                    <a:pt x="359814" y="146647"/>
                    <a:pt x="359814" y="156842"/>
                  </a:cubicBezTo>
                  <a:lnTo>
                    <a:pt x="359814" y="166068"/>
                  </a:lnTo>
                  <a:lnTo>
                    <a:pt x="286006" y="166068"/>
                  </a:lnTo>
                  <a:cubicBezTo>
                    <a:pt x="265626" y="166068"/>
                    <a:pt x="249102" y="149544"/>
                    <a:pt x="249102" y="129164"/>
                  </a:cubicBezTo>
                  <a:lnTo>
                    <a:pt x="249102" y="55356"/>
                  </a:lnTo>
                  <a:lnTo>
                    <a:pt x="258328" y="55356"/>
                  </a:lnTo>
                  <a:cubicBezTo>
                    <a:pt x="268522" y="55356"/>
                    <a:pt x="276780" y="47098"/>
                    <a:pt x="276780" y="36904"/>
                  </a:cubicBezTo>
                  <a:lnTo>
                    <a:pt x="276780" y="0"/>
                  </a:lnTo>
                  <a:lnTo>
                    <a:pt x="0" y="0"/>
                  </a:lnTo>
                  <a:lnTo>
                    <a:pt x="0" y="36904"/>
                  </a:lnTo>
                  <a:cubicBezTo>
                    <a:pt x="0" y="47098"/>
                    <a:pt x="8257" y="55356"/>
                    <a:pt x="18452" y="55356"/>
                  </a:cubicBezTo>
                  <a:lnTo>
                    <a:pt x="27678" y="55356"/>
                  </a:lnTo>
                  <a:lnTo>
                    <a:pt x="27678" y="166068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718081" y="226959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36"/>
                    <a:pt x="429636" y="553560"/>
                    <a:pt x="276780" y="553560"/>
                  </a:cubicBezTo>
                  <a:cubicBezTo>
                    <a:pt x="123923" y="553560"/>
                    <a:pt x="0" y="429636"/>
                    <a:pt x="0" y="276780"/>
                  </a:cubicBezTo>
                  <a:cubicBezTo>
                    <a:pt x="0" y="123914"/>
                    <a:pt x="123923" y="0"/>
                    <a:pt x="276780" y="0"/>
                  </a:cubicBezTo>
                  <a:cubicBezTo>
                    <a:pt x="429636" y="0"/>
                    <a:pt x="553560" y="123914"/>
                    <a:pt x="553560" y="276780"/>
                  </a:cubicBez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165492" y="2801632"/>
            <a:ext cx="1826750" cy="830341"/>
            <a:chOff x="3081486" y="1992817"/>
            <a:chExt cx="1826750" cy="830341"/>
          </a:xfrm>
        </p:grpSpPr>
        <p:sp>
          <p:nvSpPr>
            <p:cNvPr id="30" name="Rounded Rectangle 29"/>
            <p:cNvSpPr/>
            <p:nvPr/>
          </p:nvSpPr>
          <p:spPr>
            <a:xfrm>
              <a:off x="3496657" y="240798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3" y="249102"/>
                  </a:moveTo>
                  <a:cubicBezTo>
                    <a:pt x="766767" y="215198"/>
                    <a:pt x="774984" y="177753"/>
                    <a:pt x="774984" y="138390"/>
                  </a:cubicBezTo>
                  <a:cubicBezTo>
                    <a:pt x="774984" y="99026"/>
                    <a:pt x="766767" y="61581"/>
                    <a:pt x="751953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60"/>
                    <a:pt x="949313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3" y="276780"/>
                    <a:pt x="941052" y="268519"/>
                    <a:pt x="941052" y="258328"/>
                  </a:cubicBezTo>
                  <a:lnTo>
                    <a:pt x="941052" y="249102"/>
                  </a:lnTo>
                  <a:lnTo>
                    <a:pt x="751953" y="249102"/>
                  </a:lnTo>
                  <a:close/>
                  <a:moveTo>
                    <a:pt x="244455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19"/>
                    <a:pt x="47095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5" y="0"/>
                    <a:pt x="55356" y="8260"/>
                    <a:pt x="55356" y="18452"/>
                  </a:cubicBezTo>
                  <a:lnTo>
                    <a:pt x="55356" y="27678"/>
                  </a:lnTo>
                  <a:lnTo>
                    <a:pt x="244455" y="27678"/>
                  </a:lnTo>
                  <a:cubicBezTo>
                    <a:pt x="229641" y="61581"/>
                    <a:pt x="221424" y="99026"/>
                    <a:pt x="221424" y="138390"/>
                  </a:cubicBezTo>
                  <a:cubicBezTo>
                    <a:pt x="221424" y="177753"/>
                    <a:pt x="229641" y="215198"/>
                    <a:pt x="244455" y="249102"/>
                  </a:cubicBezTo>
                  <a:close/>
                  <a:moveTo>
                    <a:pt x="941052" y="27678"/>
                  </a:moveTo>
                  <a:lnTo>
                    <a:pt x="941052" y="249102"/>
                  </a:lnTo>
                  <a:moveTo>
                    <a:pt x="55356" y="249102"/>
                  </a:moveTo>
                  <a:lnTo>
                    <a:pt x="55356" y="27678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081486" y="1992817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5"/>
                    <a:pt x="8260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19" y="221424"/>
                    <a:pt x="276780" y="229685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  <a:close/>
                  <a:moveTo>
                    <a:pt x="27678" y="221424"/>
                  </a:moveTo>
                  <a:lnTo>
                    <a:pt x="249102" y="22142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93066" y="226959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166068"/>
                  </a:moveTo>
                  <a:cubicBezTo>
                    <a:pt x="387492" y="288357"/>
                    <a:pt x="288357" y="387492"/>
                    <a:pt x="166068" y="387492"/>
                  </a:cubicBezTo>
                  <a:lnTo>
                    <a:pt x="55356" y="387492"/>
                  </a:lnTo>
                  <a:lnTo>
                    <a:pt x="55356" y="396718"/>
                  </a:lnTo>
                  <a:cubicBezTo>
                    <a:pt x="55356" y="406909"/>
                    <a:pt x="47095" y="415170"/>
                    <a:pt x="36904" y="415170"/>
                  </a:cubicBezTo>
                  <a:lnTo>
                    <a:pt x="0" y="415170"/>
                  </a:lnTo>
                  <a:lnTo>
                    <a:pt x="0" y="138390"/>
                  </a:lnTo>
                  <a:lnTo>
                    <a:pt x="36904" y="138390"/>
                  </a:lnTo>
                  <a:cubicBezTo>
                    <a:pt x="47095" y="138390"/>
                    <a:pt x="55356" y="146651"/>
                    <a:pt x="55356" y="156842"/>
                  </a:cubicBezTo>
                  <a:lnTo>
                    <a:pt x="55356" y="166068"/>
                  </a:lnTo>
                  <a:lnTo>
                    <a:pt x="129164" y="166068"/>
                  </a:lnTo>
                  <a:cubicBezTo>
                    <a:pt x="149545" y="166068"/>
                    <a:pt x="166068" y="149545"/>
                    <a:pt x="166068" y="129164"/>
                  </a:cubicBezTo>
                  <a:lnTo>
                    <a:pt x="166068" y="55356"/>
                  </a:lnTo>
                  <a:lnTo>
                    <a:pt x="156842" y="55356"/>
                  </a:lnTo>
                  <a:cubicBezTo>
                    <a:pt x="146651" y="55356"/>
                    <a:pt x="138390" y="47095"/>
                    <a:pt x="138390" y="36904"/>
                  </a:cubicBezTo>
                  <a:lnTo>
                    <a:pt x="138390" y="0"/>
                  </a:lnTo>
                  <a:lnTo>
                    <a:pt x="415170" y="0"/>
                  </a:lnTo>
                  <a:lnTo>
                    <a:pt x="415170" y="36904"/>
                  </a:lnTo>
                  <a:cubicBezTo>
                    <a:pt x="415170" y="47095"/>
                    <a:pt x="406909" y="55356"/>
                    <a:pt x="396718" y="55356"/>
                  </a:cubicBezTo>
                  <a:lnTo>
                    <a:pt x="387492" y="55356"/>
                  </a:lnTo>
                  <a:lnTo>
                    <a:pt x="387492" y="166068"/>
                  </a:lnTo>
                  <a:close/>
                  <a:moveTo>
                    <a:pt x="55356" y="387492"/>
                  </a:moveTo>
                  <a:lnTo>
                    <a:pt x="55356" y="166068"/>
                  </a:lnTo>
                  <a:moveTo>
                    <a:pt x="166068" y="55356"/>
                  </a:moveTo>
                  <a:lnTo>
                    <a:pt x="38749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081486" y="226959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166068"/>
                  </a:moveTo>
                  <a:cubicBezTo>
                    <a:pt x="27678" y="288357"/>
                    <a:pt x="126813" y="387492"/>
                    <a:pt x="249102" y="387492"/>
                  </a:cubicBezTo>
                  <a:lnTo>
                    <a:pt x="359814" y="387492"/>
                  </a:lnTo>
                  <a:lnTo>
                    <a:pt x="359814" y="396718"/>
                  </a:lnTo>
                  <a:cubicBezTo>
                    <a:pt x="359814" y="406909"/>
                    <a:pt x="368075" y="415170"/>
                    <a:pt x="378266" y="415170"/>
                  </a:cubicBezTo>
                  <a:lnTo>
                    <a:pt x="415170" y="415170"/>
                  </a:lnTo>
                  <a:lnTo>
                    <a:pt x="415170" y="138390"/>
                  </a:lnTo>
                  <a:lnTo>
                    <a:pt x="378266" y="138390"/>
                  </a:lnTo>
                  <a:cubicBezTo>
                    <a:pt x="368075" y="138390"/>
                    <a:pt x="359814" y="146651"/>
                    <a:pt x="359814" y="156842"/>
                  </a:cubicBezTo>
                  <a:lnTo>
                    <a:pt x="359814" y="166068"/>
                  </a:lnTo>
                  <a:lnTo>
                    <a:pt x="286006" y="166068"/>
                  </a:lnTo>
                  <a:cubicBezTo>
                    <a:pt x="265625" y="166068"/>
                    <a:pt x="249102" y="149545"/>
                    <a:pt x="249102" y="129164"/>
                  </a:cubicBezTo>
                  <a:lnTo>
                    <a:pt x="249102" y="55356"/>
                  </a:lnTo>
                  <a:lnTo>
                    <a:pt x="258328" y="55356"/>
                  </a:lnTo>
                  <a:cubicBezTo>
                    <a:pt x="268519" y="55356"/>
                    <a:pt x="276780" y="47095"/>
                    <a:pt x="276780" y="36904"/>
                  </a:cubicBezTo>
                  <a:lnTo>
                    <a:pt x="276780" y="0"/>
                  </a:lnTo>
                  <a:lnTo>
                    <a:pt x="0" y="0"/>
                  </a:lnTo>
                  <a:lnTo>
                    <a:pt x="0" y="36904"/>
                  </a:lnTo>
                  <a:cubicBezTo>
                    <a:pt x="0" y="47095"/>
                    <a:pt x="8260" y="55356"/>
                    <a:pt x="18452" y="55356"/>
                  </a:cubicBezTo>
                  <a:lnTo>
                    <a:pt x="27678" y="55356"/>
                  </a:lnTo>
                  <a:close/>
                  <a:moveTo>
                    <a:pt x="359814" y="166068"/>
                  </a:moveTo>
                  <a:lnTo>
                    <a:pt x="359814" y="387492"/>
                  </a:lnTo>
                  <a:moveTo>
                    <a:pt x="249102" y="55356"/>
                  </a:moveTo>
                  <a:lnTo>
                    <a:pt x="27678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718081" y="226959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1"/>
                    <a:pt x="429641" y="553560"/>
                    <a:pt x="276780" y="553560"/>
                  </a:cubicBezTo>
                  <a:cubicBezTo>
                    <a:pt x="123919" y="553560"/>
                    <a:pt x="0" y="429641"/>
                    <a:pt x="0" y="276780"/>
                  </a:cubicBezTo>
                  <a:cubicBezTo>
                    <a:pt x="0" y="123919"/>
                    <a:pt x="123919" y="0"/>
                    <a:pt x="276780" y="0"/>
                  </a:cubicBezTo>
                  <a:cubicBezTo>
                    <a:pt x="429641" y="0"/>
                    <a:pt x="553560" y="123919"/>
                    <a:pt x="553560" y="276780"/>
                  </a:cubicBezTo>
                  <a:close/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615524" y="1971291"/>
            <a:ext cx="1826749" cy="1107120"/>
            <a:chOff x="1531517" y="1162477"/>
            <a:chExt cx="1826749" cy="1107120"/>
          </a:xfrm>
        </p:grpSpPr>
        <p:sp>
          <p:nvSpPr>
            <p:cNvPr id="36" name="Rounded Rectangle 35"/>
            <p:cNvSpPr/>
            <p:nvPr/>
          </p:nvSpPr>
          <p:spPr>
            <a:xfrm>
              <a:off x="1946687" y="1300867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6" y="249102"/>
                  </a:moveTo>
                  <a:cubicBezTo>
                    <a:pt x="766764" y="215196"/>
                    <a:pt x="774984" y="177757"/>
                    <a:pt x="774984" y="138390"/>
                  </a:cubicBezTo>
                  <a:cubicBezTo>
                    <a:pt x="774984" y="99022"/>
                    <a:pt x="766764" y="61583"/>
                    <a:pt x="751956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57"/>
                    <a:pt x="949310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0" y="276780"/>
                    <a:pt x="941052" y="268522"/>
                    <a:pt x="941052" y="258328"/>
                  </a:cubicBezTo>
                  <a:lnTo>
                    <a:pt x="941052" y="249102"/>
                  </a:lnTo>
                  <a:lnTo>
                    <a:pt x="751956" y="249102"/>
                  </a:lnTo>
                  <a:moveTo>
                    <a:pt x="244452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22"/>
                    <a:pt x="47098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8" y="0"/>
                    <a:pt x="55356" y="8257"/>
                    <a:pt x="55356" y="18452"/>
                  </a:cubicBezTo>
                  <a:lnTo>
                    <a:pt x="55356" y="27678"/>
                  </a:lnTo>
                  <a:lnTo>
                    <a:pt x="244452" y="27678"/>
                  </a:lnTo>
                  <a:cubicBezTo>
                    <a:pt x="229644" y="61583"/>
                    <a:pt x="221424" y="99022"/>
                    <a:pt x="221424" y="138390"/>
                  </a:cubicBezTo>
                  <a:cubicBezTo>
                    <a:pt x="221424" y="177757"/>
                    <a:pt x="229644" y="215196"/>
                    <a:pt x="244452" y="249102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081486" y="1716037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1"/>
                    <a:pt x="8257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22" y="221424"/>
                    <a:pt x="276780" y="229681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531517" y="1716037"/>
              <a:ext cx="276780" cy="553560"/>
            </a:xfrm>
            <a:custGeom>
              <a:avLst/>
              <a:gdLst/>
              <a:ahLst/>
              <a:cxnLst/>
              <a:rect l="0" t="0" r="0" b="0"/>
              <a:pathLst>
                <a:path w="276780" h="553560">
                  <a:moveTo>
                    <a:pt x="0" y="553560"/>
                  </a:moveTo>
                  <a:lnTo>
                    <a:pt x="0" y="516656"/>
                  </a:lnTo>
                  <a:cubicBezTo>
                    <a:pt x="0" y="506461"/>
                    <a:pt x="8257" y="498204"/>
                    <a:pt x="18452" y="498204"/>
                  </a:cubicBezTo>
                  <a:lnTo>
                    <a:pt x="27678" y="49820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498204"/>
                  </a:lnTo>
                  <a:lnTo>
                    <a:pt x="258328" y="498204"/>
                  </a:lnTo>
                  <a:cubicBezTo>
                    <a:pt x="268522" y="498204"/>
                    <a:pt x="276780" y="506461"/>
                    <a:pt x="276780" y="516656"/>
                  </a:cubicBezTo>
                  <a:lnTo>
                    <a:pt x="276780" y="553560"/>
                  </a:lnTo>
                  <a:lnTo>
                    <a:pt x="0" y="55356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943096" y="130086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249102"/>
                  </a:moveTo>
                  <a:cubicBezTo>
                    <a:pt x="387492" y="126811"/>
                    <a:pt x="288358" y="27678"/>
                    <a:pt x="166068" y="27678"/>
                  </a:cubicBezTo>
                  <a:lnTo>
                    <a:pt x="55356" y="27678"/>
                  </a:lnTo>
                  <a:lnTo>
                    <a:pt x="55356" y="18452"/>
                  </a:lnTo>
                  <a:cubicBezTo>
                    <a:pt x="55356" y="8257"/>
                    <a:pt x="47098" y="0"/>
                    <a:pt x="36904" y="0"/>
                  </a:cubicBezTo>
                  <a:lnTo>
                    <a:pt x="0" y="0"/>
                  </a:lnTo>
                  <a:lnTo>
                    <a:pt x="0" y="276780"/>
                  </a:lnTo>
                  <a:lnTo>
                    <a:pt x="36904" y="276780"/>
                  </a:lnTo>
                  <a:cubicBezTo>
                    <a:pt x="47098" y="276780"/>
                    <a:pt x="55356" y="268522"/>
                    <a:pt x="55356" y="258328"/>
                  </a:cubicBezTo>
                  <a:lnTo>
                    <a:pt x="55356" y="249102"/>
                  </a:lnTo>
                  <a:lnTo>
                    <a:pt x="129164" y="249102"/>
                  </a:lnTo>
                  <a:cubicBezTo>
                    <a:pt x="149544" y="249102"/>
                    <a:pt x="166068" y="265626"/>
                    <a:pt x="166068" y="286006"/>
                  </a:cubicBezTo>
                  <a:lnTo>
                    <a:pt x="166068" y="359814"/>
                  </a:lnTo>
                  <a:lnTo>
                    <a:pt x="156842" y="359814"/>
                  </a:lnTo>
                  <a:cubicBezTo>
                    <a:pt x="146647" y="359814"/>
                    <a:pt x="138390" y="368071"/>
                    <a:pt x="138390" y="378266"/>
                  </a:cubicBezTo>
                  <a:lnTo>
                    <a:pt x="138390" y="415170"/>
                  </a:lnTo>
                  <a:lnTo>
                    <a:pt x="415170" y="415170"/>
                  </a:lnTo>
                  <a:lnTo>
                    <a:pt x="415170" y="378266"/>
                  </a:lnTo>
                  <a:cubicBezTo>
                    <a:pt x="415170" y="368071"/>
                    <a:pt x="406913" y="359814"/>
                    <a:pt x="396718" y="359814"/>
                  </a:cubicBezTo>
                  <a:lnTo>
                    <a:pt x="387492" y="359814"/>
                  </a:lnTo>
                  <a:lnTo>
                    <a:pt x="387492" y="249102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531517" y="130086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249102"/>
                  </a:moveTo>
                  <a:cubicBezTo>
                    <a:pt x="27678" y="126811"/>
                    <a:pt x="126811" y="27678"/>
                    <a:pt x="249102" y="27678"/>
                  </a:cubicBezTo>
                  <a:lnTo>
                    <a:pt x="359814" y="27678"/>
                  </a:lnTo>
                  <a:lnTo>
                    <a:pt x="359814" y="18452"/>
                  </a:lnTo>
                  <a:cubicBezTo>
                    <a:pt x="359814" y="8257"/>
                    <a:pt x="368071" y="0"/>
                    <a:pt x="378266" y="0"/>
                  </a:cubicBezTo>
                  <a:lnTo>
                    <a:pt x="415170" y="0"/>
                  </a:lnTo>
                  <a:lnTo>
                    <a:pt x="415170" y="276780"/>
                  </a:lnTo>
                  <a:lnTo>
                    <a:pt x="378266" y="276780"/>
                  </a:lnTo>
                  <a:cubicBezTo>
                    <a:pt x="368071" y="276780"/>
                    <a:pt x="359814" y="268522"/>
                    <a:pt x="359814" y="258328"/>
                  </a:cubicBezTo>
                  <a:lnTo>
                    <a:pt x="359814" y="249102"/>
                  </a:lnTo>
                  <a:lnTo>
                    <a:pt x="286006" y="249102"/>
                  </a:lnTo>
                  <a:cubicBezTo>
                    <a:pt x="265626" y="249102"/>
                    <a:pt x="249102" y="265626"/>
                    <a:pt x="249102" y="286006"/>
                  </a:cubicBezTo>
                  <a:lnTo>
                    <a:pt x="249102" y="359814"/>
                  </a:lnTo>
                  <a:lnTo>
                    <a:pt x="258328" y="359814"/>
                  </a:lnTo>
                  <a:cubicBezTo>
                    <a:pt x="268522" y="359814"/>
                    <a:pt x="276780" y="368071"/>
                    <a:pt x="276780" y="378266"/>
                  </a:cubicBezTo>
                  <a:lnTo>
                    <a:pt x="276780" y="415170"/>
                  </a:lnTo>
                  <a:lnTo>
                    <a:pt x="0" y="415170"/>
                  </a:lnTo>
                  <a:lnTo>
                    <a:pt x="0" y="378266"/>
                  </a:lnTo>
                  <a:cubicBezTo>
                    <a:pt x="0" y="368071"/>
                    <a:pt x="8257" y="359814"/>
                    <a:pt x="18452" y="359814"/>
                  </a:cubicBezTo>
                  <a:lnTo>
                    <a:pt x="27678" y="359814"/>
                  </a:lnTo>
                  <a:lnTo>
                    <a:pt x="27678" y="249102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168112" y="1162477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6"/>
                    <a:pt x="429636" y="553560"/>
                    <a:pt x="276780" y="553560"/>
                  </a:cubicBezTo>
                  <a:cubicBezTo>
                    <a:pt x="123923" y="553560"/>
                    <a:pt x="0" y="429646"/>
                    <a:pt x="0" y="276780"/>
                  </a:cubicBezTo>
                  <a:cubicBezTo>
                    <a:pt x="0" y="123914"/>
                    <a:pt x="123923" y="0"/>
                    <a:pt x="276780" y="0"/>
                  </a:cubicBezTo>
                  <a:cubicBezTo>
                    <a:pt x="429636" y="0"/>
                    <a:pt x="553560" y="123914"/>
                    <a:pt x="553560" y="276780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615524" y="1971291"/>
            <a:ext cx="1826749" cy="1107120"/>
            <a:chOff x="1531517" y="1162477"/>
            <a:chExt cx="1826749" cy="1107120"/>
          </a:xfrm>
        </p:grpSpPr>
        <p:sp>
          <p:nvSpPr>
            <p:cNvPr id="43" name="Rounded Rectangle 42"/>
            <p:cNvSpPr/>
            <p:nvPr/>
          </p:nvSpPr>
          <p:spPr>
            <a:xfrm>
              <a:off x="1946687" y="1300867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3" y="249102"/>
                  </a:moveTo>
                  <a:cubicBezTo>
                    <a:pt x="766767" y="215198"/>
                    <a:pt x="774984" y="177753"/>
                    <a:pt x="774984" y="138390"/>
                  </a:cubicBezTo>
                  <a:cubicBezTo>
                    <a:pt x="774984" y="99026"/>
                    <a:pt x="766767" y="61581"/>
                    <a:pt x="751953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60"/>
                    <a:pt x="949313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3" y="276780"/>
                    <a:pt x="941052" y="268519"/>
                    <a:pt x="941052" y="258328"/>
                  </a:cubicBezTo>
                  <a:lnTo>
                    <a:pt x="941052" y="249102"/>
                  </a:lnTo>
                  <a:lnTo>
                    <a:pt x="751953" y="249102"/>
                  </a:lnTo>
                  <a:close/>
                  <a:moveTo>
                    <a:pt x="244455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19"/>
                    <a:pt x="47095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5" y="0"/>
                    <a:pt x="55356" y="8260"/>
                    <a:pt x="55356" y="18452"/>
                  </a:cubicBezTo>
                  <a:lnTo>
                    <a:pt x="55356" y="27678"/>
                  </a:lnTo>
                  <a:lnTo>
                    <a:pt x="244455" y="27678"/>
                  </a:lnTo>
                  <a:cubicBezTo>
                    <a:pt x="229641" y="61581"/>
                    <a:pt x="221424" y="99026"/>
                    <a:pt x="221424" y="138390"/>
                  </a:cubicBezTo>
                  <a:cubicBezTo>
                    <a:pt x="221424" y="177753"/>
                    <a:pt x="229641" y="215198"/>
                    <a:pt x="244455" y="249102"/>
                  </a:cubicBezTo>
                  <a:close/>
                  <a:moveTo>
                    <a:pt x="941052" y="27678"/>
                  </a:moveTo>
                  <a:lnTo>
                    <a:pt x="941052" y="249102"/>
                  </a:lnTo>
                  <a:moveTo>
                    <a:pt x="55356" y="249102"/>
                  </a:moveTo>
                  <a:lnTo>
                    <a:pt x="55356" y="27678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081486" y="1716037"/>
              <a:ext cx="276780" cy="276780"/>
            </a:xfrm>
            <a:custGeom>
              <a:avLst/>
              <a:gdLst/>
              <a:ahLst/>
              <a:cxnLst/>
              <a:rect l="0" t="0" r="0" b="0"/>
              <a:pathLst>
                <a:path w="276780" h="276780">
                  <a:moveTo>
                    <a:pt x="0" y="276780"/>
                  </a:moveTo>
                  <a:lnTo>
                    <a:pt x="0" y="239876"/>
                  </a:lnTo>
                  <a:cubicBezTo>
                    <a:pt x="0" y="229685"/>
                    <a:pt x="8260" y="221424"/>
                    <a:pt x="18452" y="221424"/>
                  </a:cubicBezTo>
                  <a:lnTo>
                    <a:pt x="27678" y="22142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221424"/>
                  </a:lnTo>
                  <a:lnTo>
                    <a:pt x="258328" y="221424"/>
                  </a:lnTo>
                  <a:cubicBezTo>
                    <a:pt x="268519" y="221424"/>
                    <a:pt x="276780" y="229685"/>
                    <a:pt x="276780" y="239876"/>
                  </a:cubicBezTo>
                  <a:lnTo>
                    <a:pt x="276780" y="276780"/>
                  </a:lnTo>
                  <a:lnTo>
                    <a:pt x="0" y="276780"/>
                  </a:lnTo>
                  <a:close/>
                  <a:moveTo>
                    <a:pt x="27678" y="221424"/>
                  </a:moveTo>
                  <a:lnTo>
                    <a:pt x="249102" y="22142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531517" y="1716037"/>
              <a:ext cx="276780" cy="553560"/>
            </a:xfrm>
            <a:custGeom>
              <a:avLst/>
              <a:gdLst/>
              <a:ahLst/>
              <a:cxnLst/>
              <a:rect l="0" t="0" r="0" b="0"/>
              <a:pathLst>
                <a:path w="276780" h="553560">
                  <a:moveTo>
                    <a:pt x="0" y="553560"/>
                  </a:moveTo>
                  <a:lnTo>
                    <a:pt x="0" y="516656"/>
                  </a:lnTo>
                  <a:cubicBezTo>
                    <a:pt x="0" y="506465"/>
                    <a:pt x="8260" y="498204"/>
                    <a:pt x="18452" y="498204"/>
                  </a:cubicBezTo>
                  <a:lnTo>
                    <a:pt x="27678" y="49820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498204"/>
                  </a:lnTo>
                  <a:lnTo>
                    <a:pt x="258328" y="498204"/>
                  </a:lnTo>
                  <a:cubicBezTo>
                    <a:pt x="268519" y="498204"/>
                    <a:pt x="276780" y="506465"/>
                    <a:pt x="276780" y="516656"/>
                  </a:cubicBezTo>
                  <a:lnTo>
                    <a:pt x="276780" y="553560"/>
                  </a:lnTo>
                  <a:lnTo>
                    <a:pt x="0" y="553560"/>
                  </a:lnTo>
                  <a:close/>
                  <a:moveTo>
                    <a:pt x="27678" y="498204"/>
                  </a:moveTo>
                  <a:lnTo>
                    <a:pt x="249102" y="49820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943096" y="130086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249102"/>
                  </a:moveTo>
                  <a:cubicBezTo>
                    <a:pt x="387492" y="126813"/>
                    <a:pt x="288357" y="27678"/>
                    <a:pt x="166068" y="27678"/>
                  </a:cubicBezTo>
                  <a:lnTo>
                    <a:pt x="55356" y="27678"/>
                  </a:lnTo>
                  <a:lnTo>
                    <a:pt x="55356" y="18452"/>
                  </a:lnTo>
                  <a:cubicBezTo>
                    <a:pt x="55356" y="8260"/>
                    <a:pt x="47095" y="0"/>
                    <a:pt x="36904" y="0"/>
                  </a:cubicBezTo>
                  <a:lnTo>
                    <a:pt x="0" y="0"/>
                  </a:lnTo>
                  <a:lnTo>
                    <a:pt x="0" y="276780"/>
                  </a:lnTo>
                  <a:lnTo>
                    <a:pt x="36904" y="276780"/>
                  </a:lnTo>
                  <a:cubicBezTo>
                    <a:pt x="47095" y="276780"/>
                    <a:pt x="55356" y="268519"/>
                    <a:pt x="55356" y="258328"/>
                  </a:cubicBezTo>
                  <a:lnTo>
                    <a:pt x="55356" y="249102"/>
                  </a:lnTo>
                  <a:lnTo>
                    <a:pt x="129164" y="249102"/>
                  </a:lnTo>
                  <a:cubicBezTo>
                    <a:pt x="149545" y="249102"/>
                    <a:pt x="166068" y="265625"/>
                    <a:pt x="166068" y="286006"/>
                  </a:cubicBezTo>
                  <a:lnTo>
                    <a:pt x="166068" y="359814"/>
                  </a:lnTo>
                  <a:lnTo>
                    <a:pt x="156842" y="359814"/>
                  </a:lnTo>
                  <a:cubicBezTo>
                    <a:pt x="146651" y="359814"/>
                    <a:pt x="138390" y="368075"/>
                    <a:pt x="138390" y="378266"/>
                  </a:cubicBezTo>
                  <a:lnTo>
                    <a:pt x="138390" y="415170"/>
                  </a:lnTo>
                  <a:lnTo>
                    <a:pt x="415170" y="415170"/>
                  </a:lnTo>
                  <a:lnTo>
                    <a:pt x="415170" y="378266"/>
                  </a:lnTo>
                  <a:cubicBezTo>
                    <a:pt x="415170" y="368075"/>
                    <a:pt x="406909" y="359814"/>
                    <a:pt x="396718" y="359814"/>
                  </a:cubicBezTo>
                  <a:lnTo>
                    <a:pt x="387492" y="359814"/>
                  </a:lnTo>
                  <a:close/>
                  <a:moveTo>
                    <a:pt x="55356" y="249102"/>
                  </a:moveTo>
                  <a:lnTo>
                    <a:pt x="55356" y="27678"/>
                  </a:lnTo>
                  <a:moveTo>
                    <a:pt x="387492" y="359814"/>
                  </a:moveTo>
                  <a:lnTo>
                    <a:pt x="166068" y="359814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531517" y="1300867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27678" y="249102"/>
                  </a:moveTo>
                  <a:cubicBezTo>
                    <a:pt x="27678" y="126813"/>
                    <a:pt x="126813" y="27678"/>
                    <a:pt x="249102" y="27678"/>
                  </a:cubicBezTo>
                  <a:lnTo>
                    <a:pt x="359814" y="27678"/>
                  </a:lnTo>
                  <a:lnTo>
                    <a:pt x="359814" y="18452"/>
                  </a:lnTo>
                  <a:cubicBezTo>
                    <a:pt x="359814" y="8260"/>
                    <a:pt x="368075" y="0"/>
                    <a:pt x="378266" y="0"/>
                  </a:cubicBezTo>
                  <a:lnTo>
                    <a:pt x="415170" y="0"/>
                  </a:lnTo>
                  <a:lnTo>
                    <a:pt x="415170" y="276780"/>
                  </a:lnTo>
                  <a:lnTo>
                    <a:pt x="378266" y="276780"/>
                  </a:lnTo>
                  <a:cubicBezTo>
                    <a:pt x="368075" y="276780"/>
                    <a:pt x="359814" y="268519"/>
                    <a:pt x="359814" y="258328"/>
                  </a:cubicBezTo>
                  <a:lnTo>
                    <a:pt x="359814" y="249102"/>
                  </a:lnTo>
                  <a:lnTo>
                    <a:pt x="286006" y="249102"/>
                  </a:lnTo>
                  <a:cubicBezTo>
                    <a:pt x="265625" y="249102"/>
                    <a:pt x="249102" y="265625"/>
                    <a:pt x="249102" y="286006"/>
                  </a:cubicBezTo>
                  <a:lnTo>
                    <a:pt x="249102" y="359814"/>
                  </a:lnTo>
                  <a:lnTo>
                    <a:pt x="258328" y="359814"/>
                  </a:lnTo>
                  <a:cubicBezTo>
                    <a:pt x="268519" y="359814"/>
                    <a:pt x="276780" y="368075"/>
                    <a:pt x="276780" y="378266"/>
                  </a:cubicBezTo>
                  <a:lnTo>
                    <a:pt x="276780" y="415170"/>
                  </a:lnTo>
                  <a:lnTo>
                    <a:pt x="0" y="415170"/>
                  </a:lnTo>
                  <a:lnTo>
                    <a:pt x="0" y="378266"/>
                  </a:lnTo>
                  <a:cubicBezTo>
                    <a:pt x="0" y="368075"/>
                    <a:pt x="8260" y="359814"/>
                    <a:pt x="18452" y="359814"/>
                  </a:cubicBezTo>
                  <a:lnTo>
                    <a:pt x="27678" y="359814"/>
                  </a:lnTo>
                  <a:close/>
                  <a:moveTo>
                    <a:pt x="359814" y="27678"/>
                  </a:moveTo>
                  <a:lnTo>
                    <a:pt x="359814" y="249102"/>
                  </a:lnTo>
                  <a:moveTo>
                    <a:pt x="27678" y="359814"/>
                  </a:moveTo>
                  <a:lnTo>
                    <a:pt x="249102" y="359814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168112" y="1162477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1"/>
                    <a:pt x="429641" y="553560"/>
                    <a:pt x="276780" y="553560"/>
                  </a:cubicBezTo>
                  <a:cubicBezTo>
                    <a:pt x="123919" y="553560"/>
                    <a:pt x="0" y="429641"/>
                    <a:pt x="0" y="276780"/>
                  </a:cubicBezTo>
                  <a:cubicBezTo>
                    <a:pt x="0" y="123919"/>
                    <a:pt x="123919" y="0"/>
                    <a:pt x="276780" y="0"/>
                  </a:cubicBezTo>
                  <a:cubicBezTo>
                    <a:pt x="429641" y="0"/>
                    <a:pt x="553560" y="123919"/>
                    <a:pt x="553560" y="276780"/>
                  </a:cubicBezTo>
                  <a:close/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480725" y="3078412"/>
            <a:ext cx="1411579" cy="1107120"/>
            <a:chOff x="396718" y="2269598"/>
            <a:chExt cx="1411579" cy="1107120"/>
          </a:xfrm>
        </p:grpSpPr>
        <p:sp>
          <p:nvSpPr>
            <p:cNvPr id="50" name="Rounded Rectangle 49"/>
            <p:cNvSpPr/>
            <p:nvPr/>
          </p:nvSpPr>
          <p:spPr>
            <a:xfrm>
              <a:off x="1531517" y="2269598"/>
              <a:ext cx="276780" cy="553560"/>
            </a:xfrm>
            <a:custGeom>
              <a:avLst/>
              <a:gdLst/>
              <a:ahLst/>
              <a:cxnLst/>
              <a:rect l="0" t="0" r="0" b="0"/>
              <a:pathLst>
                <a:path w="276780" h="553560">
                  <a:moveTo>
                    <a:pt x="0" y="553560"/>
                  </a:moveTo>
                  <a:lnTo>
                    <a:pt x="0" y="516656"/>
                  </a:lnTo>
                  <a:cubicBezTo>
                    <a:pt x="0" y="506461"/>
                    <a:pt x="8257" y="498204"/>
                    <a:pt x="18452" y="498204"/>
                  </a:cubicBezTo>
                  <a:lnTo>
                    <a:pt x="27678" y="49820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57" y="55356"/>
                    <a:pt x="0" y="47098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8"/>
                    <a:pt x="268522" y="55356"/>
                    <a:pt x="258328" y="55356"/>
                  </a:cubicBezTo>
                  <a:lnTo>
                    <a:pt x="249102" y="55356"/>
                  </a:lnTo>
                  <a:lnTo>
                    <a:pt x="249102" y="498204"/>
                  </a:lnTo>
                  <a:lnTo>
                    <a:pt x="258328" y="498204"/>
                  </a:lnTo>
                  <a:cubicBezTo>
                    <a:pt x="268522" y="498204"/>
                    <a:pt x="276780" y="506461"/>
                    <a:pt x="276780" y="516656"/>
                  </a:cubicBezTo>
                  <a:lnTo>
                    <a:pt x="276780" y="553560"/>
                  </a:lnTo>
                  <a:lnTo>
                    <a:pt x="0" y="553560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96718" y="296154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6" y="249102"/>
                  </a:moveTo>
                  <a:cubicBezTo>
                    <a:pt x="766764" y="215196"/>
                    <a:pt x="774984" y="177757"/>
                    <a:pt x="774984" y="138390"/>
                  </a:cubicBezTo>
                  <a:cubicBezTo>
                    <a:pt x="774984" y="99022"/>
                    <a:pt x="766764" y="61583"/>
                    <a:pt x="751956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57"/>
                    <a:pt x="949310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0" y="276780"/>
                    <a:pt x="941052" y="268522"/>
                    <a:pt x="941052" y="258328"/>
                  </a:cubicBezTo>
                  <a:lnTo>
                    <a:pt x="941052" y="249102"/>
                  </a:lnTo>
                  <a:lnTo>
                    <a:pt x="751956" y="249102"/>
                  </a:lnTo>
                  <a:moveTo>
                    <a:pt x="244452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22"/>
                    <a:pt x="47098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8" y="0"/>
                    <a:pt x="55356" y="8257"/>
                    <a:pt x="55356" y="18452"/>
                  </a:cubicBezTo>
                  <a:lnTo>
                    <a:pt x="55356" y="27678"/>
                  </a:lnTo>
                  <a:lnTo>
                    <a:pt x="244452" y="27678"/>
                  </a:lnTo>
                  <a:cubicBezTo>
                    <a:pt x="229644" y="61583"/>
                    <a:pt x="221424" y="99022"/>
                    <a:pt x="221424" y="138390"/>
                  </a:cubicBezTo>
                  <a:cubicBezTo>
                    <a:pt x="221424" y="177757"/>
                    <a:pt x="229644" y="215196"/>
                    <a:pt x="244452" y="249102"/>
                  </a:cubicBez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393127" y="282315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166068"/>
                  </a:moveTo>
                  <a:cubicBezTo>
                    <a:pt x="387492" y="288358"/>
                    <a:pt x="288358" y="387492"/>
                    <a:pt x="166068" y="387492"/>
                  </a:cubicBezTo>
                  <a:lnTo>
                    <a:pt x="55356" y="387492"/>
                  </a:lnTo>
                  <a:lnTo>
                    <a:pt x="55356" y="396718"/>
                  </a:lnTo>
                  <a:cubicBezTo>
                    <a:pt x="55356" y="406913"/>
                    <a:pt x="47098" y="415170"/>
                    <a:pt x="36904" y="415170"/>
                  </a:cubicBezTo>
                  <a:lnTo>
                    <a:pt x="0" y="415170"/>
                  </a:lnTo>
                  <a:lnTo>
                    <a:pt x="0" y="138390"/>
                  </a:lnTo>
                  <a:lnTo>
                    <a:pt x="36904" y="138390"/>
                  </a:lnTo>
                  <a:cubicBezTo>
                    <a:pt x="47098" y="138390"/>
                    <a:pt x="55356" y="146647"/>
                    <a:pt x="55356" y="156842"/>
                  </a:cubicBezTo>
                  <a:lnTo>
                    <a:pt x="55356" y="166068"/>
                  </a:lnTo>
                  <a:lnTo>
                    <a:pt x="129164" y="166068"/>
                  </a:lnTo>
                  <a:cubicBezTo>
                    <a:pt x="149544" y="166068"/>
                    <a:pt x="166068" y="149544"/>
                    <a:pt x="166068" y="129164"/>
                  </a:cubicBezTo>
                  <a:lnTo>
                    <a:pt x="166068" y="55356"/>
                  </a:lnTo>
                  <a:lnTo>
                    <a:pt x="156842" y="55356"/>
                  </a:lnTo>
                  <a:cubicBezTo>
                    <a:pt x="146647" y="55356"/>
                    <a:pt x="138390" y="47098"/>
                    <a:pt x="138390" y="36904"/>
                  </a:cubicBezTo>
                  <a:lnTo>
                    <a:pt x="138390" y="0"/>
                  </a:lnTo>
                  <a:lnTo>
                    <a:pt x="415170" y="0"/>
                  </a:lnTo>
                  <a:lnTo>
                    <a:pt x="415170" y="36904"/>
                  </a:lnTo>
                  <a:cubicBezTo>
                    <a:pt x="415170" y="47098"/>
                    <a:pt x="406913" y="55356"/>
                    <a:pt x="396718" y="55356"/>
                  </a:cubicBezTo>
                  <a:lnTo>
                    <a:pt x="387492" y="55356"/>
                  </a:lnTo>
                  <a:lnTo>
                    <a:pt x="387492" y="166068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18142" y="282315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36"/>
                    <a:pt x="429636" y="553560"/>
                    <a:pt x="276780" y="553560"/>
                  </a:cubicBezTo>
                  <a:cubicBezTo>
                    <a:pt x="123914" y="553560"/>
                    <a:pt x="0" y="429636"/>
                    <a:pt x="0" y="276780"/>
                  </a:cubicBezTo>
                  <a:cubicBezTo>
                    <a:pt x="0" y="123923"/>
                    <a:pt x="123914" y="0"/>
                    <a:pt x="276780" y="0"/>
                  </a:cubicBezTo>
                  <a:cubicBezTo>
                    <a:pt x="429636" y="0"/>
                    <a:pt x="553560" y="123923"/>
                    <a:pt x="553560" y="276780"/>
                  </a:cubicBez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480725" y="3078412"/>
            <a:ext cx="1411579" cy="1107120"/>
            <a:chOff x="396718" y="2269598"/>
            <a:chExt cx="1411579" cy="1107120"/>
          </a:xfrm>
        </p:grpSpPr>
        <p:sp>
          <p:nvSpPr>
            <p:cNvPr id="55" name="Rounded Rectangle 54"/>
            <p:cNvSpPr/>
            <p:nvPr/>
          </p:nvSpPr>
          <p:spPr>
            <a:xfrm>
              <a:off x="1531517" y="2269598"/>
              <a:ext cx="276780" cy="553560"/>
            </a:xfrm>
            <a:custGeom>
              <a:avLst/>
              <a:gdLst/>
              <a:ahLst/>
              <a:cxnLst/>
              <a:rect l="0" t="0" r="0" b="0"/>
              <a:pathLst>
                <a:path w="276780" h="553560">
                  <a:moveTo>
                    <a:pt x="0" y="553560"/>
                  </a:moveTo>
                  <a:lnTo>
                    <a:pt x="0" y="516656"/>
                  </a:lnTo>
                  <a:cubicBezTo>
                    <a:pt x="0" y="506465"/>
                    <a:pt x="8260" y="498204"/>
                    <a:pt x="18452" y="498204"/>
                  </a:cubicBezTo>
                  <a:lnTo>
                    <a:pt x="27678" y="498204"/>
                  </a:lnTo>
                  <a:lnTo>
                    <a:pt x="27678" y="55356"/>
                  </a:lnTo>
                  <a:lnTo>
                    <a:pt x="18452" y="55356"/>
                  </a:lnTo>
                  <a:cubicBezTo>
                    <a:pt x="8260" y="55356"/>
                    <a:pt x="0" y="47095"/>
                    <a:pt x="0" y="36904"/>
                  </a:cubicBezTo>
                  <a:lnTo>
                    <a:pt x="0" y="0"/>
                  </a:lnTo>
                  <a:lnTo>
                    <a:pt x="276780" y="0"/>
                  </a:lnTo>
                  <a:lnTo>
                    <a:pt x="276780" y="36904"/>
                  </a:lnTo>
                  <a:cubicBezTo>
                    <a:pt x="276780" y="47095"/>
                    <a:pt x="268519" y="55356"/>
                    <a:pt x="258328" y="55356"/>
                  </a:cubicBezTo>
                  <a:lnTo>
                    <a:pt x="249102" y="55356"/>
                  </a:lnTo>
                  <a:lnTo>
                    <a:pt x="249102" y="498204"/>
                  </a:lnTo>
                  <a:lnTo>
                    <a:pt x="258328" y="498204"/>
                  </a:lnTo>
                  <a:cubicBezTo>
                    <a:pt x="268519" y="498204"/>
                    <a:pt x="276780" y="506465"/>
                    <a:pt x="276780" y="516656"/>
                  </a:cubicBezTo>
                  <a:lnTo>
                    <a:pt x="276780" y="553560"/>
                  </a:lnTo>
                  <a:lnTo>
                    <a:pt x="0" y="553560"/>
                  </a:lnTo>
                  <a:close/>
                  <a:moveTo>
                    <a:pt x="27678" y="498204"/>
                  </a:moveTo>
                  <a:lnTo>
                    <a:pt x="249102" y="498204"/>
                  </a:lnTo>
                  <a:moveTo>
                    <a:pt x="27678" y="55356"/>
                  </a:moveTo>
                  <a:lnTo>
                    <a:pt x="24910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396718" y="2961548"/>
              <a:ext cx="996408" cy="276780"/>
            </a:xfrm>
            <a:custGeom>
              <a:avLst/>
              <a:gdLst/>
              <a:ahLst/>
              <a:cxnLst/>
              <a:rect l="0" t="0" r="0" b="0"/>
              <a:pathLst>
                <a:path w="996408" h="276780">
                  <a:moveTo>
                    <a:pt x="751953" y="249102"/>
                  </a:moveTo>
                  <a:cubicBezTo>
                    <a:pt x="766767" y="215198"/>
                    <a:pt x="774984" y="177753"/>
                    <a:pt x="774984" y="138390"/>
                  </a:cubicBezTo>
                  <a:cubicBezTo>
                    <a:pt x="774984" y="99026"/>
                    <a:pt x="766767" y="61581"/>
                    <a:pt x="751953" y="27678"/>
                  </a:cubicBezTo>
                  <a:lnTo>
                    <a:pt x="941052" y="27678"/>
                  </a:lnTo>
                  <a:lnTo>
                    <a:pt x="941052" y="18452"/>
                  </a:lnTo>
                  <a:cubicBezTo>
                    <a:pt x="941052" y="8260"/>
                    <a:pt x="949313" y="0"/>
                    <a:pt x="959504" y="0"/>
                  </a:cubicBezTo>
                  <a:lnTo>
                    <a:pt x="996408" y="0"/>
                  </a:lnTo>
                  <a:lnTo>
                    <a:pt x="996408" y="276780"/>
                  </a:lnTo>
                  <a:lnTo>
                    <a:pt x="959504" y="276780"/>
                  </a:lnTo>
                  <a:cubicBezTo>
                    <a:pt x="949313" y="276780"/>
                    <a:pt x="941052" y="268519"/>
                    <a:pt x="941052" y="258328"/>
                  </a:cubicBezTo>
                  <a:lnTo>
                    <a:pt x="941052" y="249102"/>
                  </a:lnTo>
                  <a:lnTo>
                    <a:pt x="751953" y="249102"/>
                  </a:lnTo>
                  <a:close/>
                  <a:moveTo>
                    <a:pt x="244455" y="249102"/>
                  </a:moveTo>
                  <a:lnTo>
                    <a:pt x="55356" y="249102"/>
                  </a:lnTo>
                  <a:lnTo>
                    <a:pt x="55356" y="258328"/>
                  </a:lnTo>
                  <a:cubicBezTo>
                    <a:pt x="55356" y="268519"/>
                    <a:pt x="47095" y="276780"/>
                    <a:pt x="36904" y="276780"/>
                  </a:cubicBezTo>
                  <a:lnTo>
                    <a:pt x="0" y="276780"/>
                  </a:lnTo>
                  <a:lnTo>
                    <a:pt x="0" y="0"/>
                  </a:lnTo>
                  <a:lnTo>
                    <a:pt x="36904" y="0"/>
                  </a:lnTo>
                  <a:cubicBezTo>
                    <a:pt x="47095" y="0"/>
                    <a:pt x="55356" y="8260"/>
                    <a:pt x="55356" y="18452"/>
                  </a:cubicBezTo>
                  <a:lnTo>
                    <a:pt x="55356" y="27678"/>
                  </a:lnTo>
                  <a:lnTo>
                    <a:pt x="244455" y="27678"/>
                  </a:lnTo>
                  <a:cubicBezTo>
                    <a:pt x="229641" y="61581"/>
                    <a:pt x="221424" y="99026"/>
                    <a:pt x="221424" y="138390"/>
                  </a:cubicBezTo>
                  <a:cubicBezTo>
                    <a:pt x="221424" y="177753"/>
                    <a:pt x="229641" y="215198"/>
                    <a:pt x="244455" y="249102"/>
                  </a:cubicBezTo>
                  <a:close/>
                  <a:moveTo>
                    <a:pt x="941052" y="27678"/>
                  </a:moveTo>
                  <a:lnTo>
                    <a:pt x="941052" y="249102"/>
                  </a:lnTo>
                  <a:moveTo>
                    <a:pt x="55356" y="249102"/>
                  </a:moveTo>
                  <a:lnTo>
                    <a:pt x="55356" y="27678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393127" y="2823158"/>
              <a:ext cx="415170" cy="415170"/>
            </a:xfrm>
            <a:custGeom>
              <a:avLst/>
              <a:gdLst/>
              <a:ahLst/>
              <a:cxnLst/>
              <a:rect l="0" t="0" r="0" b="0"/>
              <a:pathLst>
                <a:path w="415170" h="415170">
                  <a:moveTo>
                    <a:pt x="387492" y="166068"/>
                  </a:moveTo>
                  <a:cubicBezTo>
                    <a:pt x="387492" y="288357"/>
                    <a:pt x="288357" y="387492"/>
                    <a:pt x="166068" y="387492"/>
                  </a:cubicBezTo>
                  <a:lnTo>
                    <a:pt x="55356" y="387492"/>
                  </a:lnTo>
                  <a:lnTo>
                    <a:pt x="55356" y="396718"/>
                  </a:lnTo>
                  <a:cubicBezTo>
                    <a:pt x="55356" y="406909"/>
                    <a:pt x="47095" y="415170"/>
                    <a:pt x="36904" y="415170"/>
                  </a:cubicBezTo>
                  <a:lnTo>
                    <a:pt x="0" y="415170"/>
                  </a:lnTo>
                  <a:lnTo>
                    <a:pt x="0" y="138390"/>
                  </a:lnTo>
                  <a:lnTo>
                    <a:pt x="36904" y="138390"/>
                  </a:lnTo>
                  <a:cubicBezTo>
                    <a:pt x="47095" y="138390"/>
                    <a:pt x="55356" y="146651"/>
                    <a:pt x="55356" y="156842"/>
                  </a:cubicBezTo>
                  <a:lnTo>
                    <a:pt x="55356" y="166068"/>
                  </a:lnTo>
                  <a:lnTo>
                    <a:pt x="129164" y="166068"/>
                  </a:lnTo>
                  <a:cubicBezTo>
                    <a:pt x="149545" y="166068"/>
                    <a:pt x="166068" y="149545"/>
                    <a:pt x="166068" y="129164"/>
                  </a:cubicBezTo>
                  <a:lnTo>
                    <a:pt x="166068" y="55356"/>
                  </a:lnTo>
                  <a:lnTo>
                    <a:pt x="156842" y="55356"/>
                  </a:lnTo>
                  <a:cubicBezTo>
                    <a:pt x="146651" y="55356"/>
                    <a:pt x="138390" y="47095"/>
                    <a:pt x="138390" y="36904"/>
                  </a:cubicBezTo>
                  <a:lnTo>
                    <a:pt x="138390" y="0"/>
                  </a:lnTo>
                  <a:lnTo>
                    <a:pt x="415170" y="0"/>
                  </a:lnTo>
                  <a:lnTo>
                    <a:pt x="415170" y="36904"/>
                  </a:lnTo>
                  <a:cubicBezTo>
                    <a:pt x="415170" y="47095"/>
                    <a:pt x="406909" y="55356"/>
                    <a:pt x="396718" y="55356"/>
                  </a:cubicBezTo>
                  <a:lnTo>
                    <a:pt x="387492" y="55356"/>
                  </a:lnTo>
                  <a:lnTo>
                    <a:pt x="387492" y="166068"/>
                  </a:lnTo>
                  <a:close/>
                  <a:moveTo>
                    <a:pt x="55356" y="387492"/>
                  </a:moveTo>
                  <a:lnTo>
                    <a:pt x="55356" y="166068"/>
                  </a:lnTo>
                  <a:moveTo>
                    <a:pt x="166068" y="55356"/>
                  </a:moveTo>
                  <a:lnTo>
                    <a:pt x="387492" y="55356"/>
                  </a:lnTo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18142" y="2823158"/>
              <a:ext cx="553560" cy="553560"/>
            </a:xfrm>
            <a:custGeom>
              <a:avLst/>
              <a:gdLst/>
              <a:ahLst/>
              <a:cxnLst/>
              <a:rect l="0" t="0" r="0" b="0"/>
              <a:pathLst>
                <a:path w="553560" h="553560">
                  <a:moveTo>
                    <a:pt x="553560" y="276780"/>
                  </a:moveTo>
                  <a:cubicBezTo>
                    <a:pt x="553560" y="429641"/>
                    <a:pt x="429641" y="553560"/>
                    <a:pt x="276780" y="553560"/>
                  </a:cubicBezTo>
                  <a:cubicBezTo>
                    <a:pt x="123919" y="553560"/>
                    <a:pt x="0" y="429641"/>
                    <a:pt x="0" y="276780"/>
                  </a:cubicBezTo>
                  <a:cubicBezTo>
                    <a:pt x="0" y="123919"/>
                    <a:pt x="123919" y="0"/>
                    <a:pt x="276780" y="0"/>
                  </a:cubicBezTo>
                  <a:cubicBezTo>
                    <a:pt x="429641" y="0"/>
                    <a:pt x="553560" y="123919"/>
                    <a:pt x="553560" y="276780"/>
                  </a:cubicBezTo>
                  <a:close/>
                </a:path>
              </a:pathLst>
            </a:custGeom>
            <a:noFill/>
            <a:ln w="1383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7470270" y="2642484"/>
            <a:ext cx="318297" cy="318321"/>
          </a:xfrm>
          <a:custGeom>
            <a:avLst/>
            <a:gdLst/>
            <a:ahLst/>
            <a:cxnLst/>
            <a:rect l="0" t="0" r="0" b="0"/>
            <a:pathLst>
              <a:path w="318297" h="318321">
                <a:moveTo>
                  <a:pt x="138390" y="318297"/>
                </a:moveTo>
                <a:lnTo>
                  <a:pt x="13839" y="318297"/>
                </a:lnTo>
                <a:cubicBezTo>
                  <a:pt x="6195" y="318297"/>
                  <a:pt x="0" y="312101"/>
                  <a:pt x="0" y="304458"/>
                </a:cubicBezTo>
                <a:lnTo>
                  <a:pt x="0" y="13839"/>
                </a:lnTo>
                <a:cubicBezTo>
                  <a:pt x="0" y="6195"/>
                  <a:pt x="6195" y="0"/>
                  <a:pt x="13839" y="0"/>
                </a:cubicBezTo>
                <a:lnTo>
                  <a:pt x="197801" y="0"/>
                </a:lnTo>
                <a:cubicBezTo>
                  <a:pt x="201485" y="26"/>
                  <a:pt x="205006" y="1520"/>
                  <a:pt x="207585" y="4151"/>
                </a:cubicBezTo>
                <a:lnTo>
                  <a:pt x="258886" y="55356"/>
                </a:lnTo>
                <a:cubicBezTo>
                  <a:pt x="261481" y="57950"/>
                  <a:pt x="262940" y="61470"/>
                  <a:pt x="262941" y="65140"/>
                </a:cubicBezTo>
                <a:lnTo>
                  <a:pt x="262941" y="124551"/>
                </a:lnTo>
                <a:moveTo>
                  <a:pt x="83034" y="90008"/>
                </a:moveTo>
                <a:lnTo>
                  <a:pt x="41517" y="131525"/>
                </a:lnTo>
                <a:lnTo>
                  <a:pt x="83034" y="173043"/>
                </a:lnTo>
                <a:moveTo>
                  <a:pt x="124551" y="173043"/>
                </a:moveTo>
                <a:lnTo>
                  <a:pt x="166068" y="131525"/>
                </a:lnTo>
                <a:lnTo>
                  <a:pt x="124551" y="90008"/>
                </a:lnTo>
                <a:moveTo>
                  <a:pt x="269860" y="235318"/>
                </a:moveTo>
                <a:lnTo>
                  <a:pt x="318297" y="235318"/>
                </a:lnTo>
                <a:lnTo>
                  <a:pt x="318297" y="186882"/>
                </a:lnTo>
                <a:moveTo>
                  <a:pt x="235221" y="318297"/>
                </a:moveTo>
                <a:cubicBezTo>
                  <a:pt x="194078" y="318321"/>
                  <a:pt x="160362" y="285645"/>
                  <a:pt x="159098" y="244521"/>
                </a:cubicBezTo>
                <a:cubicBezTo>
                  <a:pt x="157834" y="203397"/>
                  <a:pt x="189478" y="168712"/>
                  <a:pt x="230545" y="166209"/>
                </a:cubicBezTo>
                <a:cubicBezTo>
                  <a:pt x="271612" y="163705"/>
                  <a:pt x="307236" y="194290"/>
                  <a:pt x="310976" y="235263"/>
                </a:cubicBezTo>
                <a:moveTo>
                  <a:pt x="318297" y="186882"/>
                </a:moveTo>
                <a:lnTo>
                  <a:pt x="318297" y="235318"/>
                </a:lnTo>
                <a:lnTo>
                  <a:pt x="269860" y="235318"/>
                </a:lnTo>
              </a:path>
            </a:pathLst>
          </a:custGeom>
          <a:noFill/>
          <a:ln w="138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362831" y="2082004"/>
            <a:ext cx="321757" cy="321757"/>
          </a:xfrm>
          <a:custGeom>
            <a:avLst/>
            <a:gdLst/>
            <a:ahLst/>
            <a:cxnLst/>
            <a:rect l="0" t="0" r="0" b="0"/>
            <a:pathLst>
              <a:path w="321757" h="321757">
                <a:moveTo>
                  <a:pt x="0" y="0"/>
                </a:moveTo>
                <a:moveTo>
                  <a:pt x="193054" y="238722"/>
                </a:moveTo>
                <a:lnTo>
                  <a:pt x="176447" y="259481"/>
                </a:lnTo>
                <a:lnTo>
                  <a:pt x="193054" y="280240"/>
                </a:lnTo>
                <a:moveTo>
                  <a:pt x="0" y="0"/>
                </a:moveTo>
                <a:moveTo>
                  <a:pt x="269168" y="280240"/>
                </a:moveTo>
                <a:lnTo>
                  <a:pt x="287159" y="259481"/>
                </a:lnTo>
                <a:lnTo>
                  <a:pt x="269168" y="238722"/>
                </a:lnTo>
                <a:moveTo>
                  <a:pt x="0" y="0"/>
                </a:moveTo>
                <a:moveTo>
                  <a:pt x="224883" y="291311"/>
                </a:moveTo>
                <a:lnTo>
                  <a:pt x="238722" y="222116"/>
                </a:lnTo>
                <a:moveTo>
                  <a:pt x="38057" y="183366"/>
                </a:moveTo>
                <a:cubicBezTo>
                  <a:pt x="53343" y="183366"/>
                  <a:pt x="65735" y="170975"/>
                  <a:pt x="65735" y="155688"/>
                </a:cubicBezTo>
                <a:cubicBezTo>
                  <a:pt x="65735" y="140402"/>
                  <a:pt x="53343" y="128010"/>
                  <a:pt x="38057" y="128010"/>
                </a:cubicBezTo>
                <a:cubicBezTo>
                  <a:pt x="22771" y="128010"/>
                  <a:pt x="10379" y="140402"/>
                  <a:pt x="10379" y="155688"/>
                </a:cubicBezTo>
                <a:cubicBezTo>
                  <a:pt x="10379" y="170975"/>
                  <a:pt x="22771" y="183366"/>
                  <a:pt x="38057" y="183366"/>
                </a:cubicBezTo>
                <a:close/>
                <a:moveTo>
                  <a:pt x="176447" y="159840"/>
                </a:moveTo>
                <a:cubicBezTo>
                  <a:pt x="191733" y="159840"/>
                  <a:pt x="204125" y="147449"/>
                  <a:pt x="204125" y="132163"/>
                </a:cubicBezTo>
                <a:cubicBezTo>
                  <a:pt x="204125" y="116877"/>
                  <a:pt x="191733" y="104485"/>
                  <a:pt x="176447" y="104485"/>
                </a:cubicBezTo>
                <a:cubicBezTo>
                  <a:pt x="161160" y="104485"/>
                  <a:pt x="148769" y="116877"/>
                  <a:pt x="148769" y="132163"/>
                </a:cubicBezTo>
                <a:cubicBezTo>
                  <a:pt x="148769" y="147449"/>
                  <a:pt x="161160" y="159840"/>
                  <a:pt x="176447" y="159840"/>
                </a:cubicBezTo>
                <a:close/>
                <a:moveTo>
                  <a:pt x="38057" y="307918"/>
                </a:moveTo>
                <a:cubicBezTo>
                  <a:pt x="53343" y="307918"/>
                  <a:pt x="65735" y="295526"/>
                  <a:pt x="65735" y="280240"/>
                </a:cubicBezTo>
                <a:cubicBezTo>
                  <a:pt x="65735" y="264953"/>
                  <a:pt x="53343" y="252561"/>
                  <a:pt x="38057" y="252561"/>
                </a:cubicBezTo>
                <a:cubicBezTo>
                  <a:pt x="22771" y="252561"/>
                  <a:pt x="10379" y="264953"/>
                  <a:pt x="10379" y="280240"/>
                </a:cubicBezTo>
                <a:cubicBezTo>
                  <a:pt x="10379" y="295526"/>
                  <a:pt x="22771" y="307918"/>
                  <a:pt x="38057" y="307918"/>
                </a:cubicBezTo>
                <a:close/>
                <a:moveTo>
                  <a:pt x="38057" y="65735"/>
                </a:moveTo>
                <a:cubicBezTo>
                  <a:pt x="53343" y="65735"/>
                  <a:pt x="65735" y="53343"/>
                  <a:pt x="65735" y="38057"/>
                </a:cubicBezTo>
                <a:cubicBezTo>
                  <a:pt x="65735" y="22771"/>
                  <a:pt x="53343" y="10379"/>
                  <a:pt x="38057" y="10379"/>
                </a:cubicBezTo>
                <a:cubicBezTo>
                  <a:pt x="22771" y="10379"/>
                  <a:pt x="10379" y="22771"/>
                  <a:pt x="10379" y="38057"/>
                </a:cubicBezTo>
                <a:cubicBezTo>
                  <a:pt x="10379" y="53343"/>
                  <a:pt x="22771" y="65735"/>
                  <a:pt x="38057" y="65735"/>
                </a:cubicBezTo>
                <a:close/>
                <a:moveTo>
                  <a:pt x="38057" y="65735"/>
                </a:moveTo>
                <a:lnTo>
                  <a:pt x="38057" y="128010"/>
                </a:lnTo>
                <a:moveTo>
                  <a:pt x="38057" y="183366"/>
                </a:moveTo>
                <a:lnTo>
                  <a:pt x="38057" y="252561"/>
                </a:lnTo>
                <a:moveTo>
                  <a:pt x="176447" y="159840"/>
                </a:moveTo>
                <a:lnTo>
                  <a:pt x="176447" y="168145"/>
                </a:lnTo>
                <a:cubicBezTo>
                  <a:pt x="176447" y="191671"/>
                  <a:pt x="161224" y="213812"/>
                  <a:pt x="137698" y="220732"/>
                </a:cubicBezTo>
                <a:lnTo>
                  <a:pt x="104484" y="230420"/>
                </a:lnTo>
                <a:cubicBezTo>
                  <a:pt x="80958" y="237340"/>
                  <a:pt x="65735" y="259481"/>
                  <a:pt x="65735" y="283007"/>
                </a:cubicBezTo>
                <a:moveTo>
                  <a:pt x="156986" y="65130"/>
                </a:moveTo>
                <a:lnTo>
                  <a:pt x="115469" y="65130"/>
                </a:lnTo>
                <a:lnTo>
                  <a:pt x="160099" y="109760"/>
                </a:lnTo>
                <a:moveTo>
                  <a:pt x="0" y="0"/>
                </a:moveTo>
                <a:moveTo>
                  <a:pt x="115469" y="65130"/>
                </a:moveTo>
                <a:lnTo>
                  <a:pt x="115469" y="108029"/>
                </a:lnTo>
                <a:moveTo>
                  <a:pt x="238722" y="100332"/>
                </a:moveTo>
                <a:lnTo>
                  <a:pt x="294079" y="100332"/>
                </a:lnTo>
                <a:cubicBezTo>
                  <a:pt x="309301" y="100332"/>
                  <a:pt x="321757" y="112787"/>
                  <a:pt x="321757" y="128010"/>
                </a:cubicBezTo>
                <a:lnTo>
                  <a:pt x="321757" y="294079"/>
                </a:lnTo>
                <a:cubicBezTo>
                  <a:pt x="321757" y="309301"/>
                  <a:pt x="309301" y="321757"/>
                  <a:pt x="294079" y="321757"/>
                </a:cubicBezTo>
                <a:lnTo>
                  <a:pt x="169527" y="321757"/>
                </a:lnTo>
                <a:cubicBezTo>
                  <a:pt x="154304" y="321757"/>
                  <a:pt x="141849" y="309301"/>
                  <a:pt x="141849" y="294079"/>
                </a:cubicBezTo>
                <a:lnTo>
                  <a:pt x="141849" y="273320"/>
                </a:lnTo>
              </a:path>
            </a:pathLst>
          </a:custGeom>
          <a:noFill/>
          <a:ln w="138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919720" y="3196044"/>
            <a:ext cx="318297" cy="318297"/>
          </a:xfrm>
          <a:custGeom>
            <a:avLst/>
            <a:gdLst/>
            <a:ahLst/>
            <a:cxnLst/>
            <a:rect l="0" t="0" r="0" b="0"/>
            <a:pathLst>
              <a:path w="318297" h="318297">
                <a:moveTo>
                  <a:pt x="166068" y="189940"/>
                </a:moveTo>
                <a:lnTo>
                  <a:pt x="166068" y="304458"/>
                </a:lnTo>
                <a:cubicBezTo>
                  <a:pt x="166068" y="312101"/>
                  <a:pt x="159872" y="318297"/>
                  <a:pt x="152229" y="318297"/>
                </a:cubicBezTo>
                <a:lnTo>
                  <a:pt x="13839" y="318297"/>
                </a:lnTo>
                <a:cubicBezTo>
                  <a:pt x="6195" y="318297"/>
                  <a:pt x="0" y="312101"/>
                  <a:pt x="0" y="304458"/>
                </a:cubicBezTo>
                <a:lnTo>
                  <a:pt x="0" y="166068"/>
                </a:lnTo>
                <a:cubicBezTo>
                  <a:pt x="0" y="158425"/>
                  <a:pt x="6195" y="152229"/>
                  <a:pt x="13839" y="152229"/>
                </a:cubicBezTo>
                <a:lnTo>
                  <a:pt x="128384" y="152229"/>
                </a:lnTo>
                <a:moveTo>
                  <a:pt x="124551" y="166068"/>
                </a:moveTo>
                <a:cubicBezTo>
                  <a:pt x="124551" y="181354"/>
                  <a:pt x="136942" y="193746"/>
                  <a:pt x="152229" y="193746"/>
                </a:cubicBezTo>
                <a:cubicBezTo>
                  <a:pt x="167515" y="193746"/>
                  <a:pt x="179907" y="181354"/>
                  <a:pt x="179907" y="166068"/>
                </a:cubicBezTo>
                <a:cubicBezTo>
                  <a:pt x="179907" y="150782"/>
                  <a:pt x="167515" y="138390"/>
                  <a:pt x="152229" y="138390"/>
                </a:cubicBezTo>
                <a:cubicBezTo>
                  <a:pt x="136942" y="138390"/>
                  <a:pt x="124551" y="150782"/>
                  <a:pt x="124551" y="166068"/>
                </a:cubicBezTo>
                <a:moveTo>
                  <a:pt x="69195" y="152229"/>
                </a:moveTo>
                <a:lnTo>
                  <a:pt x="69195" y="96873"/>
                </a:lnTo>
                <a:cubicBezTo>
                  <a:pt x="69195" y="89230"/>
                  <a:pt x="75391" y="83034"/>
                  <a:pt x="83034" y="83034"/>
                </a:cubicBezTo>
                <a:lnTo>
                  <a:pt x="197524" y="83034"/>
                </a:lnTo>
                <a:moveTo>
                  <a:pt x="235263" y="120745"/>
                </a:moveTo>
                <a:lnTo>
                  <a:pt x="235263" y="235263"/>
                </a:lnTo>
                <a:cubicBezTo>
                  <a:pt x="235263" y="242906"/>
                  <a:pt x="229067" y="249102"/>
                  <a:pt x="221424" y="249102"/>
                </a:cubicBezTo>
                <a:lnTo>
                  <a:pt x="166068" y="249102"/>
                </a:lnTo>
                <a:moveTo>
                  <a:pt x="193746" y="96873"/>
                </a:moveTo>
                <a:cubicBezTo>
                  <a:pt x="193746" y="112159"/>
                  <a:pt x="206138" y="124551"/>
                  <a:pt x="221424" y="124551"/>
                </a:cubicBezTo>
                <a:cubicBezTo>
                  <a:pt x="236710" y="124551"/>
                  <a:pt x="249102" y="112159"/>
                  <a:pt x="249102" y="96873"/>
                </a:cubicBezTo>
                <a:cubicBezTo>
                  <a:pt x="249102" y="81586"/>
                  <a:pt x="236710" y="69195"/>
                  <a:pt x="221424" y="69195"/>
                </a:cubicBezTo>
                <a:cubicBezTo>
                  <a:pt x="206138" y="69195"/>
                  <a:pt x="193746" y="81586"/>
                  <a:pt x="193746" y="96873"/>
                </a:cubicBezTo>
                <a:moveTo>
                  <a:pt x="138390" y="83034"/>
                </a:moveTo>
                <a:lnTo>
                  <a:pt x="138390" y="27678"/>
                </a:lnTo>
                <a:cubicBezTo>
                  <a:pt x="138390" y="20034"/>
                  <a:pt x="144586" y="13839"/>
                  <a:pt x="152229" y="13839"/>
                </a:cubicBezTo>
                <a:lnTo>
                  <a:pt x="266746" y="13839"/>
                </a:lnTo>
                <a:moveTo>
                  <a:pt x="304458" y="51522"/>
                </a:moveTo>
                <a:lnTo>
                  <a:pt x="304458" y="166068"/>
                </a:lnTo>
                <a:cubicBezTo>
                  <a:pt x="304458" y="173711"/>
                  <a:pt x="298262" y="179907"/>
                  <a:pt x="290619" y="179907"/>
                </a:cubicBezTo>
                <a:lnTo>
                  <a:pt x="235263" y="179907"/>
                </a:lnTo>
                <a:moveTo>
                  <a:pt x="262941" y="27678"/>
                </a:moveTo>
                <a:cubicBezTo>
                  <a:pt x="262941" y="42964"/>
                  <a:pt x="275333" y="55356"/>
                  <a:pt x="290619" y="55356"/>
                </a:cubicBezTo>
                <a:cubicBezTo>
                  <a:pt x="305905" y="55356"/>
                  <a:pt x="318297" y="42964"/>
                  <a:pt x="318297" y="27678"/>
                </a:cubicBezTo>
                <a:cubicBezTo>
                  <a:pt x="318297" y="12391"/>
                  <a:pt x="305905" y="0"/>
                  <a:pt x="290619" y="0"/>
                </a:cubicBezTo>
                <a:cubicBezTo>
                  <a:pt x="275333" y="0"/>
                  <a:pt x="262941" y="12391"/>
                  <a:pt x="262941" y="27678"/>
                </a:cubicBezTo>
              </a:path>
            </a:pathLst>
          </a:custGeom>
          <a:noFill/>
          <a:ln w="138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52974" y="1274728"/>
            <a:ext cx="20518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484848"/>
                </a:solidFill>
                <a:latin typeface="Roboto"/>
              </a:rPr>
              <a:t>Git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버전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관리</a:t>
            </a:r>
            <a:r>
              <a:rPr b="1" dirty="0">
                <a:solidFill>
                  <a:srgbClr val="484848"/>
                </a:solidFill>
                <a:latin typeface="Roboto"/>
              </a:rPr>
              <a:t> </a:t>
            </a:r>
            <a:r>
              <a:rPr b="1" dirty="0" err="1">
                <a:solidFill>
                  <a:srgbClr val="484848"/>
                </a:solidFill>
                <a:latin typeface="Roboto"/>
              </a:rPr>
              <a:t>시스템</a:t>
            </a:r>
            <a:endParaRPr b="1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820362" y="3749604"/>
            <a:ext cx="321147" cy="318352"/>
          </a:xfrm>
          <a:custGeom>
            <a:avLst/>
            <a:gdLst/>
            <a:ahLst/>
            <a:cxnLst/>
            <a:rect l="0" t="0" r="0" b="0"/>
            <a:pathLst>
              <a:path w="321147" h="318352">
                <a:moveTo>
                  <a:pt x="110712" y="318297"/>
                </a:moveTo>
                <a:lnTo>
                  <a:pt x="13839" y="318297"/>
                </a:lnTo>
                <a:cubicBezTo>
                  <a:pt x="6195" y="318297"/>
                  <a:pt x="0" y="312101"/>
                  <a:pt x="0" y="304458"/>
                </a:cubicBezTo>
                <a:lnTo>
                  <a:pt x="0" y="13839"/>
                </a:lnTo>
                <a:cubicBezTo>
                  <a:pt x="0" y="6195"/>
                  <a:pt x="6195" y="0"/>
                  <a:pt x="13839" y="0"/>
                </a:cubicBezTo>
                <a:lnTo>
                  <a:pt x="197801" y="0"/>
                </a:lnTo>
                <a:cubicBezTo>
                  <a:pt x="201485" y="26"/>
                  <a:pt x="205006" y="1520"/>
                  <a:pt x="207585" y="4151"/>
                </a:cubicBezTo>
                <a:lnTo>
                  <a:pt x="258886" y="55356"/>
                </a:lnTo>
                <a:cubicBezTo>
                  <a:pt x="261481" y="57950"/>
                  <a:pt x="262940" y="61470"/>
                  <a:pt x="262941" y="65140"/>
                </a:cubicBezTo>
                <a:lnTo>
                  <a:pt x="262941" y="110712"/>
                </a:lnTo>
                <a:moveTo>
                  <a:pt x="83034" y="90008"/>
                </a:moveTo>
                <a:lnTo>
                  <a:pt x="41517" y="131525"/>
                </a:lnTo>
                <a:lnTo>
                  <a:pt x="83034" y="173043"/>
                </a:lnTo>
                <a:moveTo>
                  <a:pt x="124551" y="173043"/>
                </a:moveTo>
                <a:lnTo>
                  <a:pt x="166068" y="131525"/>
                </a:lnTo>
                <a:lnTo>
                  <a:pt x="124551" y="90008"/>
                </a:lnTo>
                <a:moveTo>
                  <a:pt x="309717" y="202367"/>
                </a:moveTo>
                <a:lnTo>
                  <a:pt x="204125" y="307973"/>
                </a:lnTo>
                <a:lnTo>
                  <a:pt x="152229" y="318352"/>
                </a:lnTo>
                <a:lnTo>
                  <a:pt x="162608" y="266456"/>
                </a:lnTo>
                <a:lnTo>
                  <a:pt x="268200" y="160850"/>
                </a:lnTo>
                <a:cubicBezTo>
                  <a:pt x="279630" y="149420"/>
                  <a:pt x="298162" y="149420"/>
                  <a:pt x="309592" y="160850"/>
                </a:cubicBezTo>
                <a:lnTo>
                  <a:pt x="309717" y="160975"/>
                </a:lnTo>
                <a:cubicBezTo>
                  <a:pt x="321147" y="172405"/>
                  <a:pt x="321147" y="190937"/>
                  <a:pt x="309717" y="202367"/>
                </a:cubicBezTo>
                <a:close/>
              </a:path>
            </a:pathLst>
          </a:custGeom>
          <a:noFill/>
          <a:ln w="138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019659" y="3749605"/>
            <a:ext cx="318297" cy="318297"/>
          </a:xfrm>
          <a:custGeom>
            <a:avLst/>
            <a:gdLst/>
            <a:ahLst/>
            <a:cxnLst/>
            <a:rect l="0" t="0" r="0" b="0"/>
            <a:pathLst>
              <a:path w="318297" h="318297">
                <a:moveTo>
                  <a:pt x="69195" y="110712"/>
                </a:moveTo>
                <a:cubicBezTo>
                  <a:pt x="69195" y="118355"/>
                  <a:pt x="75391" y="124551"/>
                  <a:pt x="83034" y="124551"/>
                </a:cubicBezTo>
                <a:lnTo>
                  <a:pt x="110712" y="124551"/>
                </a:lnTo>
                <a:lnTo>
                  <a:pt x="152229" y="166068"/>
                </a:lnTo>
                <a:lnTo>
                  <a:pt x="152229" y="124551"/>
                </a:lnTo>
                <a:lnTo>
                  <a:pt x="262941" y="124551"/>
                </a:lnTo>
                <a:cubicBezTo>
                  <a:pt x="270584" y="124551"/>
                  <a:pt x="276780" y="118355"/>
                  <a:pt x="276780" y="110712"/>
                </a:cubicBezTo>
                <a:lnTo>
                  <a:pt x="276780" y="13839"/>
                </a:lnTo>
                <a:cubicBezTo>
                  <a:pt x="276780" y="6195"/>
                  <a:pt x="270584" y="0"/>
                  <a:pt x="262941" y="0"/>
                </a:cubicBezTo>
                <a:lnTo>
                  <a:pt x="83034" y="0"/>
                </a:lnTo>
                <a:cubicBezTo>
                  <a:pt x="75391" y="0"/>
                  <a:pt x="69195" y="6195"/>
                  <a:pt x="69195" y="13839"/>
                </a:cubicBezTo>
                <a:close/>
                <a:moveTo>
                  <a:pt x="31137" y="197205"/>
                </a:moveTo>
                <a:cubicBezTo>
                  <a:pt x="31137" y="214402"/>
                  <a:pt x="45078" y="228343"/>
                  <a:pt x="62275" y="228343"/>
                </a:cubicBezTo>
                <a:cubicBezTo>
                  <a:pt x="79472" y="228343"/>
                  <a:pt x="93413" y="214402"/>
                  <a:pt x="93413" y="197205"/>
                </a:cubicBezTo>
                <a:cubicBezTo>
                  <a:pt x="93413" y="180009"/>
                  <a:pt x="79472" y="166068"/>
                  <a:pt x="62275" y="166068"/>
                </a:cubicBezTo>
                <a:cubicBezTo>
                  <a:pt x="45078" y="166068"/>
                  <a:pt x="31137" y="180009"/>
                  <a:pt x="31137" y="197205"/>
                </a:cubicBezTo>
                <a:moveTo>
                  <a:pt x="106145" y="259758"/>
                </a:moveTo>
                <a:cubicBezTo>
                  <a:pt x="89625" y="244137"/>
                  <a:pt x="66065" y="238441"/>
                  <a:pt x="44233" y="244788"/>
                </a:cubicBezTo>
                <a:cubicBezTo>
                  <a:pt x="22402" y="251135"/>
                  <a:pt x="5569" y="268576"/>
                  <a:pt x="0" y="290619"/>
                </a:cubicBezTo>
                <a:moveTo>
                  <a:pt x="224883" y="197205"/>
                </a:moveTo>
                <a:cubicBezTo>
                  <a:pt x="224883" y="214402"/>
                  <a:pt x="238824" y="228343"/>
                  <a:pt x="256021" y="228343"/>
                </a:cubicBezTo>
                <a:cubicBezTo>
                  <a:pt x="273218" y="228343"/>
                  <a:pt x="287159" y="214402"/>
                  <a:pt x="287159" y="197205"/>
                </a:cubicBezTo>
                <a:cubicBezTo>
                  <a:pt x="287159" y="180009"/>
                  <a:pt x="273218" y="166068"/>
                  <a:pt x="256021" y="166068"/>
                </a:cubicBezTo>
                <a:cubicBezTo>
                  <a:pt x="238824" y="166068"/>
                  <a:pt x="224883" y="180009"/>
                  <a:pt x="224883" y="197205"/>
                </a:cubicBezTo>
                <a:moveTo>
                  <a:pt x="212152" y="259758"/>
                </a:moveTo>
                <a:cubicBezTo>
                  <a:pt x="228671" y="244137"/>
                  <a:pt x="252231" y="238441"/>
                  <a:pt x="274063" y="244788"/>
                </a:cubicBezTo>
                <a:cubicBezTo>
                  <a:pt x="295894" y="251135"/>
                  <a:pt x="312727" y="268576"/>
                  <a:pt x="318297" y="290619"/>
                </a:cubicBezTo>
                <a:moveTo>
                  <a:pt x="128010" y="224883"/>
                </a:moveTo>
                <a:cubicBezTo>
                  <a:pt x="128010" y="242080"/>
                  <a:pt x="141951" y="256021"/>
                  <a:pt x="159148" y="256021"/>
                </a:cubicBezTo>
                <a:cubicBezTo>
                  <a:pt x="176345" y="256021"/>
                  <a:pt x="190286" y="242080"/>
                  <a:pt x="190286" y="224883"/>
                </a:cubicBezTo>
                <a:cubicBezTo>
                  <a:pt x="190286" y="207687"/>
                  <a:pt x="176345" y="193746"/>
                  <a:pt x="159148" y="193746"/>
                </a:cubicBezTo>
                <a:cubicBezTo>
                  <a:pt x="141951" y="193746"/>
                  <a:pt x="128010" y="207687"/>
                  <a:pt x="128010" y="224883"/>
                </a:cubicBezTo>
                <a:moveTo>
                  <a:pt x="221424" y="318297"/>
                </a:moveTo>
                <a:cubicBezTo>
                  <a:pt x="214043" y="289946"/>
                  <a:pt x="188444" y="270158"/>
                  <a:pt x="159148" y="270158"/>
                </a:cubicBezTo>
                <a:cubicBezTo>
                  <a:pt x="129852" y="270158"/>
                  <a:pt x="104254" y="289946"/>
                  <a:pt x="96873" y="318297"/>
                </a:cubicBezTo>
                <a:moveTo>
                  <a:pt x="214504" y="34597"/>
                </a:moveTo>
                <a:lnTo>
                  <a:pt x="242182" y="62275"/>
                </a:lnTo>
                <a:lnTo>
                  <a:pt x="214504" y="89953"/>
                </a:lnTo>
                <a:moveTo>
                  <a:pt x="131470" y="89953"/>
                </a:moveTo>
                <a:lnTo>
                  <a:pt x="103792" y="62275"/>
                </a:lnTo>
                <a:lnTo>
                  <a:pt x="131470" y="34597"/>
                </a:lnTo>
                <a:moveTo>
                  <a:pt x="186826" y="34597"/>
                </a:moveTo>
                <a:lnTo>
                  <a:pt x="159148" y="89953"/>
                </a:lnTo>
              </a:path>
            </a:pathLst>
          </a:custGeom>
          <a:noFill/>
          <a:ln w="1383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2847959" y="4363332"/>
            <a:ext cx="216059" cy="195515"/>
          </a:xfrm>
          <a:custGeom>
            <a:avLst/>
            <a:gdLst/>
            <a:ahLst/>
            <a:cxnLst/>
            <a:rect l="0" t="0" r="0" b="0"/>
            <a:pathLst>
              <a:path w="216059" h="195515">
                <a:moveTo>
                  <a:pt x="157553" y="25478"/>
                </a:moveTo>
                <a:lnTo>
                  <a:pt x="216059" y="3379"/>
                </a:lnTo>
                <a:lnTo>
                  <a:pt x="216059" y="195515"/>
                </a:lnTo>
                <a:moveTo>
                  <a:pt x="0" y="72538"/>
                </a:moveTo>
                <a:cubicBezTo>
                  <a:pt x="0" y="33119"/>
                  <a:pt x="18796" y="0"/>
                  <a:pt x="54930" y="0"/>
                </a:cubicBezTo>
                <a:cubicBezTo>
                  <a:pt x="91064" y="0"/>
                  <a:pt x="109860" y="33119"/>
                  <a:pt x="109860" y="72538"/>
                </a:cubicBezTo>
                <a:lnTo>
                  <a:pt x="109860" y="121627"/>
                </a:lnTo>
                <a:cubicBezTo>
                  <a:pt x="109860" y="161046"/>
                  <a:pt x="90182" y="195035"/>
                  <a:pt x="54930" y="195035"/>
                </a:cubicBezTo>
                <a:cubicBezTo>
                  <a:pt x="19677" y="195035"/>
                  <a:pt x="0" y="161046"/>
                  <a:pt x="0" y="121627"/>
                </a:cubicBezTo>
                <a:lnTo>
                  <a:pt x="0" y="72538"/>
                </a:lnTo>
                <a:close/>
              </a:path>
            </a:pathLst>
          </a:custGeom>
          <a:noFill/>
          <a:ln w="1383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37577" y="5085070"/>
            <a:ext cx="128240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  <a:latin typeface="Roboto"/>
              </a:rPr>
              <a:t>개발자는 서로의 코드
를 덮어쓸 걱정 없이 협
업할 수 있습니다.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7898" y="4363331"/>
            <a:ext cx="263309" cy="195092"/>
          </a:xfrm>
          <a:custGeom>
            <a:avLst/>
            <a:gdLst/>
            <a:ahLst/>
            <a:cxnLst/>
            <a:rect l="0" t="0" r="0" b="0"/>
            <a:pathLst>
              <a:path w="263309" h="195092">
                <a:moveTo>
                  <a:pt x="0" y="72538"/>
                </a:moveTo>
                <a:cubicBezTo>
                  <a:pt x="0" y="33119"/>
                  <a:pt x="18796" y="0"/>
                  <a:pt x="54930" y="0"/>
                </a:cubicBezTo>
                <a:cubicBezTo>
                  <a:pt x="91064" y="0"/>
                  <a:pt x="109860" y="33119"/>
                  <a:pt x="109860" y="72538"/>
                </a:cubicBezTo>
                <a:lnTo>
                  <a:pt x="109860" y="121627"/>
                </a:lnTo>
                <a:cubicBezTo>
                  <a:pt x="109860" y="161046"/>
                  <a:pt x="90182" y="195035"/>
                  <a:pt x="54930" y="195035"/>
                </a:cubicBezTo>
                <a:cubicBezTo>
                  <a:pt x="19677" y="195035"/>
                  <a:pt x="0" y="161046"/>
                  <a:pt x="0" y="121627"/>
                </a:cubicBezTo>
                <a:lnTo>
                  <a:pt x="0" y="72538"/>
                </a:lnTo>
                <a:close/>
                <a:moveTo>
                  <a:pt x="152567" y="51016"/>
                </a:moveTo>
                <a:cubicBezTo>
                  <a:pt x="151743" y="34348"/>
                  <a:pt x="161987" y="101"/>
                  <a:pt x="207536" y="101"/>
                </a:cubicBezTo>
                <a:cubicBezTo>
                  <a:pt x="253086" y="101"/>
                  <a:pt x="260062" y="33920"/>
                  <a:pt x="258484" y="53015"/>
                </a:cubicBezTo>
                <a:cubicBezTo>
                  <a:pt x="256744" y="74070"/>
                  <a:pt x="243563" y="95576"/>
                  <a:pt x="187715" y="95576"/>
                </a:cubicBezTo>
                <a:cubicBezTo>
                  <a:pt x="239700" y="95576"/>
                  <a:pt x="263309" y="109790"/>
                  <a:pt x="263309" y="148279"/>
                </a:cubicBezTo>
                <a:cubicBezTo>
                  <a:pt x="263309" y="181550"/>
                  <a:pt x="233901" y="195092"/>
                  <a:pt x="207031" y="195092"/>
                </a:cubicBezTo>
                <a:cubicBezTo>
                  <a:pt x="187720" y="194927"/>
                  <a:pt x="149096" y="184002"/>
                  <a:pt x="149096" y="141621"/>
                </a:cubicBezTo>
              </a:path>
            </a:pathLst>
          </a:custGeom>
          <a:noFill/>
          <a:ln w="1383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497867" y="4362335"/>
            <a:ext cx="278457" cy="196704"/>
          </a:xfrm>
          <a:custGeom>
            <a:avLst/>
            <a:gdLst/>
            <a:ahLst/>
            <a:cxnLst/>
            <a:rect l="0" t="0" r="0" b="0"/>
            <a:pathLst>
              <a:path w="278457" h="196704">
                <a:moveTo>
                  <a:pt x="0" y="73538"/>
                </a:moveTo>
                <a:cubicBezTo>
                  <a:pt x="0" y="34119"/>
                  <a:pt x="18796" y="999"/>
                  <a:pt x="54930" y="999"/>
                </a:cubicBezTo>
                <a:cubicBezTo>
                  <a:pt x="91064" y="999"/>
                  <a:pt x="109860" y="34119"/>
                  <a:pt x="109860" y="73538"/>
                </a:cubicBezTo>
                <a:lnTo>
                  <a:pt x="109860" y="122627"/>
                </a:lnTo>
                <a:cubicBezTo>
                  <a:pt x="109860" y="162046"/>
                  <a:pt x="90182" y="196035"/>
                  <a:pt x="54930" y="196035"/>
                </a:cubicBezTo>
                <a:cubicBezTo>
                  <a:pt x="19677" y="196035"/>
                  <a:pt x="0" y="162046"/>
                  <a:pt x="0" y="122627"/>
                </a:cubicBezTo>
                <a:lnTo>
                  <a:pt x="0" y="73538"/>
                </a:lnTo>
                <a:close/>
                <a:moveTo>
                  <a:pt x="241058" y="196704"/>
                </a:moveTo>
                <a:lnTo>
                  <a:pt x="241058" y="0"/>
                </a:lnTo>
                <a:lnTo>
                  <a:pt x="146850" y="139682"/>
                </a:lnTo>
                <a:lnTo>
                  <a:pt x="278457" y="139682"/>
                </a:lnTo>
              </a:path>
            </a:pathLst>
          </a:custGeom>
          <a:noFill/>
          <a:ln w="1383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047837" y="4363335"/>
            <a:ext cx="268063" cy="195188"/>
          </a:xfrm>
          <a:custGeom>
            <a:avLst/>
            <a:gdLst/>
            <a:ahLst/>
            <a:cxnLst/>
            <a:rect l="0" t="0" r="0" b="0"/>
            <a:pathLst>
              <a:path w="268063" h="195188">
                <a:moveTo>
                  <a:pt x="0" y="72539"/>
                </a:moveTo>
                <a:cubicBezTo>
                  <a:pt x="0" y="33120"/>
                  <a:pt x="18796" y="0"/>
                  <a:pt x="54930" y="0"/>
                </a:cubicBezTo>
                <a:cubicBezTo>
                  <a:pt x="91064" y="0"/>
                  <a:pt x="109860" y="33120"/>
                  <a:pt x="109860" y="72539"/>
                </a:cubicBezTo>
                <a:lnTo>
                  <a:pt x="109860" y="121627"/>
                </a:lnTo>
                <a:cubicBezTo>
                  <a:pt x="109860" y="161046"/>
                  <a:pt x="90182" y="195035"/>
                  <a:pt x="54930" y="195035"/>
                </a:cubicBezTo>
                <a:cubicBezTo>
                  <a:pt x="19677" y="195035"/>
                  <a:pt x="0" y="161046"/>
                  <a:pt x="0" y="121627"/>
                </a:cubicBezTo>
                <a:lnTo>
                  <a:pt x="0" y="72539"/>
                </a:lnTo>
                <a:close/>
                <a:moveTo>
                  <a:pt x="267238" y="2939"/>
                </a:moveTo>
                <a:lnTo>
                  <a:pt x="175108" y="2939"/>
                </a:lnTo>
                <a:lnTo>
                  <a:pt x="165483" y="93056"/>
                </a:lnTo>
                <a:cubicBezTo>
                  <a:pt x="171220" y="87319"/>
                  <a:pt x="188769" y="75843"/>
                  <a:pt x="213071" y="75843"/>
                </a:cubicBezTo>
                <a:cubicBezTo>
                  <a:pt x="241482" y="75843"/>
                  <a:pt x="268063" y="95149"/>
                  <a:pt x="265395" y="140858"/>
                </a:cubicBezTo>
                <a:cubicBezTo>
                  <a:pt x="262633" y="188197"/>
                  <a:pt x="234154" y="195188"/>
                  <a:pt x="210742" y="195188"/>
                </a:cubicBezTo>
                <a:cubicBezTo>
                  <a:pt x="185942" y="195188"/>
                  <a:pt x="161450" y="177590"/>
                  <a:pt x="159152" y="144405"/>
                </a:cubicBezTo>
              </a:path>
            </a:pathLst>
          </a:custGeom>
          <a:noFill/>
          <a:ln w="1383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03817" y="4757545"/>
            <a:ext cx="75020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4E88E7"/>
                </a:solidFill>
                <a:latin typeface="Roboto"/>
              </a:rPr>
              <a:t>파일 수정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55041" y="4757545"/>
            <a:ext cx="114775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3CC583"/>
                </a:solidFill>
                <a:latin typeface="Roboto"/>
              </a:rPr>
              <a:t>변경 사항 추적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15618" y="4757545"/>
            <a:ext cx="92653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2BD39"/>
                </a:solidFill>
                <a:latin typeface="Roboto"/>
              </a:rPr>
              <a:t>스냅샷 저장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9243" y="4757545"/>
            <a:ext cx="127919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EABDA"/>
                </a:solidFill>
                <a:latin typeface="Roboto"/>
              </a:rPr>
              <a:t>과거로 되돌리기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2444" y="4757545"/>
            <a:ext cx="35266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7F64EA"/>
                </a:solidFill>
                <a:latin typeface="Roboto"/>
              </a:rPr>
              <a:t>협업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69769" y="5085070"/>
            <a:ext cx="121828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  <a:latin typeface="Roboto"/>
              </a:rPr>
              <a:t>개발자가 로컬 컴퓨터
에서 파일을 수정합니
다.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52649" y="5085070"/>
            <a:ext cx="1152560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  <a:latin typeface="Roboto"/>
              </a:rPr>
              <a:t>Git은 변경 사항을 자
동으로 추적합니다.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68883" y="5085070"/>
            <a:ext cx="121988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  <a:latin typeface="Roboto"/>
              </a:rPr>
              <a:t>Git은 커밋할 때마다
스냅샷을 저장합니다.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03702" y="5085070"/>
            <a:ext cx="125034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  <a:latin typeface="Roboto"/>
              </a:rPr>
              <a:t>개발자는 버그가 발생
했을 때 과거로 되돌릴
수 있습니다.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97928" y="4363332"/>
            <a:ext cx="270647" cy="195035"/>
          </a:xfrm>
          <a:custGeom>
            <a:avLst/>
            <a:gdLst/>
            <a:ahLst/>
            <a:cxnLst/>
            <a:rect l="0" t="0" r="0" b="0"/>
            <a:pathLst>
              <a:path w="270647" h="195035">
                <a:moveTo>
                  <a:pt x="0" y="72538"/>
                </a:moveTo>
                <a:cubicBezTo>
                  <a:pt x="0" y="33119"/>
                  <a:pt x="18796" y="0"/>
                  <a:pt x="54930" y="0"/>
                </a:cubicBezTo>
                <a:cubicBezTo>
                  <a:pt x="91064" y="0"/>
                  <a:pt x="109860" y="33119"/>
                  <a:pt x="109860" y="72538"/>
                </a:cubicBezTo>
                <a:lnTo>
                  <a:pt x="109860" y="121627"/>
                </a:lnTo>
                <a:cubicBezTo>
                  <a:pt x="109860" y="161046"/>
                  <a:pt x="90182" y="195035"/>
                  <a:pt x="54930" y="195035"/>
                </a:cubicBezTo>
                <a:cubicBezTo>
                  <a:pt x="19677" y="195035"/>
                  <a:pt x="0" y="161046"/>
                  <a:pt x="0" y="121627"/>
                </a:cubicBezTo>
                <a:lnTo>
                  <a:pt x="0" y="72538"/>
                </a:lnTo>
                <a:close/>
                <a:moveTo>
                  <a:pt x="150563" y="54111"/>
                </a:moveTo>
                <a:cubicBezTo>
                  <a:pt x="150563" y="22141"/>
                  <a:pt x="172874" y="0"/>
                  <a:pt x="203193" y="0"/>
                </a:cubicBezTo>
                <a:cubicBezTo>
                  <a:pt x="253491" y="0"/>
                  <a:pt x="270647" y="49082"/>
                  <a:pt x="237678" y="92743"/>
                </a:cubicBezTo>
                <a:lnTo>
                  <a:pt x="154012" y="191824"/>
                </a:lnTo>
                <a:lnTo>
                  <a:pt x="269019" y="191824"/>
                </a:lnTo>
              </a:path>
            </a:pathLst>
          </a:custGeom>
          <a:noFill/>
          <a:ln w="1383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1219200"/>
            <a:ext cx="12192000" cy="975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VCS란 무엇인가?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584960"/>
            <a:ext cx="4998720" cy="4511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1584960"/>
            <a:ext cx="4998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92400E"/>
                </a:solidFill>
              </a:rPr>
              <a:t>😩 기존 방식</a:t>
            </a:r>
            <a:endParaRPr lang="en-US" sz="2133" dirty="0"/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4998720" cy="4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6"/>
          <p:cNvSpPr/>
          <p:nvPr/>
        </p:nvSpPr>
        <p:spPr>
          <a:xfrm>
            <a:off x="853440" y="2499360"/>
            <a:ext cx="4267200" cy="609600"/>
          </a:xfrm>
          <a:prstGeom prst="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853440" y="2499360"/>
            <a:ext cx="4267200" cy="6096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r>
              <a:rPr lang="en-US" sz="1467" dirty="0">
                <a:solidFill>
                  <a:srgbClr val="78350F"/>
                </a:solidFill>
              </a:rPr>
              <a:t>📄 보고서_최종.docx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53440" y="3255264"/>
            <a:ext cx="4267200" cy="609600"/>
          </a:xfrm>
          <a:prstGeom prst="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3255264"/>
            <a:ext cx="4267200" cy="6096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r>
              <a:rPr lang="en-US" sz="1467" dirty="0">
                <a:solidFill>
                  <a:srgbClr val="78350F"/>
                </a:solidFill>
              </a:rPr>
              <a:t>📄 보고서_진짜최종.docx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853440" y="4011168"/>
            <a:ext cx="4267200" cy="609600"/>
          </a:xfrm>
          <a:prstGeom prst="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853440" y="4011168"/>
            <a:ext cx="4267200" cy="6096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r>
              <a:rPr lang="en-US" sz="1467" dirty="0">
                <a:solidFill>
                  <a:srgbClr val="78350F"/>
                </a:solidFill>
              </a:rPr>
              <a:t>📄 진짜진짜최종_v2.docx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53440" y="4767072"/>
            <a:ext cx="4267200" cy="609600"/>
          </a:xfrm>
          <a:prstGeom prst="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853440" y="4767072"/>
            <a:ext cx="4267200" cy="6096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r>
              <a:rPr lang="en-US" sz="1467" dirty="0">
                <a:solidFill>
                  <a:srgbClr val="78350F"/>
                </a:solidFill>
              </a:rPr>
              <a:t>📄 제출용_최최종.docx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5547360" y="3291840"/>
            <a:ext cx="7315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dirty="0">
                <a:solidFill>
                  <a:srgbClr val="0D9488"/>
                </a:solidFill>
              </a:rPr>
              <a:t>➡</a:t>
            </a:r>
            <a:endParaRPr lang="en-US" sz="3733" dirty="0"/>
          </a:p>
        </p:txBody>
      </p:sp>
      <p:sp>
        <p:nvSpPr>
          <p:cNvPr id="17" name="Shape 15"/>
          <p:cNvSpPr/>
          <p:nvPr/>
        </p:nvSpPr>
        <p:spPr>
          <a:xfrm>
            <a:off x="6339840" y="1584960"/>
            <a:ext cx="5364480" cy="45110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6339840" y="1584960"/>
            <a:ext cx="5364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34E4A"/>
                </a:solidFill>
              </a:rPr>
              <a:t>✅ VCS 방식</a:t>
            </a:r>
            <a:endParaRPr lang="en-US" sz="2133" dirty="0"/>
          </a:p>
        </p:txBody>
      </p:sp>
      <p:sp>
        <p:nvSpPr>
          <p:cNvPr id="19" name="Shape 17"/>
          <p:cNvSpPr/>
          <p:nvPr/>
        </p:nvSpPr>
        <p:spPr>
          <a:xfrm>
            <a:off x="6339840" y="2255520"/>
            <a:ext cx="536448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6644640" y="2499360"/>
            <a:ext cx="4754880" cy="63398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6644640" y="2499360"/>
            <a:ext cx="853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👤 누가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50480" y="2486614"/>
            <a:ext cx="3901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변경했는지 기록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6644640" y="3291840"/>
            <a:ext cx="4754880" cy="63398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6644640" y="3291840"/>
            <a:ext cx="853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📅 언제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50480" y="3291840"/>
            <a:ext cx="3901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변경했는지 추적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6644640" y="4084320"/>
            <a:ext cx="4754880" cy="63398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6644640" y="4084320"/>
            <a:ext cx="853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✏️ 무엇을 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50480" y="4084320"/>
            <a:ext cx="3901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어느 부분을 수정했나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6644640" y="4876800"/>
            <a:ext cx="4754880" cy="63398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6644640" y="4876800"/>
            <a:ext cx="853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💬 왜 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50480" y="4873475"/>
            <a:ext cx="39014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34155"/>
                </a:solidFill>
              </a:rPr>
              <a:t>커밋 메시지로 이유 기록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EA79-CD31-4F17-6794-B9BB348D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113F4-22D7-3621-1200-32E63C04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1409"/>
            <a:ext cx="10515600" cy="93518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b="1" dirty="0"/>
              <a:t>Git</a:t>
            </a:r>
            <a:r>
              <a:rPr lang="ko-KR" altLang="en-US" b="1" dirty="0"/>
              <a:t>의 핵심 철학</a:t>
            </a:r>
            <a:r>
              <a:rPr lang="en-US" altLang="ko-KR" b="1" dirty="0"/>
              <a:t>: "</a:t>
            </a:r>
            <a:r>
              <a:rPr lang="ko-KR" altLang="en-US" b="1" dirty="0"/>
              <a:t>스냅샷</a:t>
            </a:r>
            <a:r>
              <a:rPr lang="en-US" altLang="ko-KR" b="1" dirty="0"/>
              <a:t>" </a:t>
            </a:r>
            <a:r>
              <a:rPr lang="ko-KR" altLang="en-US" b="1" dirty="0"/>
              <a:t>방식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7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67E9-3B3B-84D0-612E-AD593432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16AAFB-58EE-458C-31C8-A7C1FA15FE37}"/>
              </a:ext>
            </a:extLst>
          </p:cNvPr>
          <p:cNvSpPr/>
          <p:nvPr/>
        </p:nvSpPr>
        <p:spPr>
          <a:xfrm>
            <a:off x="2261225" y="1669126"/>
            <a:ext cx="2994703" cy="560048"/>
          </a:xfrm>
          <a:custGeom>
            <a:avLst/>
            <a:gdLst/>
            <a:ahLst/>
            <a:cxnLst/>
            <a:rect l="0" t="0" r="0" b="0"/>
            <a:pathLst>
              <a:path w="2994703" h="560048">
                <a:moveTo>
                  <a:pt x="2994703" y="0"/>
                </a:moveTo>
                <a:lnTo>
                  <a:pt x="0" y="0"/>
                </a:lnTo>
                <a:lnTo>
                  <a:pt x="0" y="560048"/>
                </a:lnTo>
                <a:lnTo>
                  <a:pt x="2994703" y="560048"/>
                </a:lnTo>
                <a:lnTo>
                  <a:pt x="2994703" y="0"/>
                </a:ln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45CA50-D2B5-F1AA-9337-06D90C27FA0D}"/>
              </a:ext>
            </a:extLst>
          </p:cNvPr>
          <p:cNvSpPr/>
          <p:nvPr/>
        </p:nvSpPr>
        <p:spPr>
          <a:xfrm>
            <a:off x="2261225" y="1669126"/>
            <a:ext cx="2994703" cy="560048"/>
          </a:xfrm>
          <a:custGeom>
            <a:avLst/>
            <a:gdLst/>
            <a:ahLst/>
            <a:cxnLst/>
            <a:rect l="0" t="0" r="0" b="0"/>
            <a:pathLst>
              <a:path w="2994703" h="560048">
                <a:moveTo>
                  <a:pt x="0" y="0"/>
                </a:moveTo>
                <a:lnTo>
                  <a:pt x="2994703" y="0"/>
                </a:lnTo>
                <a:lnTo>
                  <a:pt x="2994703" y="560048"/>
                </a:lnTo>
                <a:lnTo>
                  <a:pt x="0" y="560048"/>
                </a:lnTo>
                <a:lnTo>
                  <a:pt x="0" y="0"/>
                </a:lnTo>
                <a:close/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C572C5-9F95-5CA3-F0EA-E45EA6A5BE2A}"/>
              </a:ext>
            </a:extLst>
          </p:cNvPr>
          <p:cNvSpPr/>
          <p:nvPr/>
        </p:nvSpPr>
        <p:spPr>
          <a:xfrm>
            <a:off x="6936073" y="1669126"/>
            <a:ext cx="2994703" cy="560048"/>
          </a:xfrm>
          <a:custGeom>
            <a:avLst/>
            <a:gdLst/>
            <a:ahLst/>
            <a:cxnLst/>
            <a:rect l="0" t="0" r="0" b="0"/>
            <a:pathLst>
              <a:path w="2994703" h="560048">
                <a:moveTo>
                  <a:pt x="0" y="0"/>
                </a:moveTo>
                <a:lnTo>
                  <a:pt x="2994703" y="0"/>
                </a:lnTo>
                <a:lnTo>
                  <a:pt x="2994703" y="560048"/>
                </a:lnTo>
                <a:lnTo>
                  <a:pt x="0" y="560048"/>
                </a:lnTo>
                <a:lnTo>
                  <a:pt x="0" y="0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CE76D4-4433-1BB9-91A0-44C0A21E76B9}"/>
              </a:ext>
            </a:extLst>
          </p:cNvPr>
          <p:cNvSpPr/>
          <p:nvPr/>
        </p:nvSpPr>
        <p:spPr>
          <a:xfrm>
            <a:off x="6936073" y="1669126"/>
            <a:ext cx="2994703" cy="560048"/>
          </a:xfrm>
          <a:custGeom>
            <a:avLst/>
            <a:gdLst/>
            <a:ahLst/>
            <a:cxnLst/>
            <a:rect l="0" t="0" r="0" b="0"/>
            <a:pathLst>
              <a:path w="2994703" h="560048">
                <a:moveTo>
                  <a:pt x="2994703" y="0"/>
                </a:moveTo>
                <a:lnTo>
                  <a:pt x="0" y="0"/>
                </a:lnTo>
                <a:lnTo>
                  <a:pt x="0" y="560048"/>
                </a:lnTo>
                <a:lnTo>
                  <a:pt x="2994703" y="560048"/>
                </a:lnTo>
                <a:lnTo>
                  <a:pt x="2994703" y="0"/>
                </a:lnTo>
                <a:close/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C29373-9E31-74C2-0D84-65EB86541B04}"/>
              </a:ext>
            </a:extLst>
          </p:cNvPr>
          <p:cNvSpPr/>
          <p:nvPr/>
        </p:nvSpPr>
        <p:spPr>
          <a:xfrm>
            <a:off x="4695879" y="2229174"/>
            <a:ext cx="560048" cy="3640314"/>
          </a:xfrm>
          <a:custGeom>
            <a:avLst/>
            <a:gdLst/>
            <a:ahLst/>
            <a:cxnLst/>
            <a:rect l="0" t="0" r="0" b="0"/>
            <a:pathLst>
              <a:path w="560048" h="3640314">
                <a:moveTo>
                  <a:pt x="560048" y="0"/>
                </a:moveTo>
                <a:lnTo>
                  <a:pt x="560048" y="3640314"/>
                </a:lnTo>
                <a:lnTo>
                  <a:pt x="0" y="3640314"/>
                </a:lnTo>
                <a:lnTo>
                  <a:pt x="0" y="0"/>
                </a:lnTo>
                <a:lnTo>
                  <a:pt x="560048" y="0"/>
                </a:ln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A41C41-C7BE-982D-18AE-0DBE9212B684}"/>
              </a:ext>
            </a:extLst>
          </p:cNvPr>
          <p:cNvSpPr/>
          <p:nvPr/>
        </p:nvSpPr>
        <p:spPr>
          <a:xfrm>
            <a:off x="4695879" y="2229174"/>
            <a:ext cx="560048" cy="3640314"/>
          </a:xfrm>
          <a:custGeom>
            <a:avLst/>
            <a:gdLst/>
            <a:ahLst/>
            <a:cxnLst/>
            <a:rect l="0" t="0" r="0" b="0"/>
            <a:pathLst>
              <a:path w="560048" h="3640314">
                <a:moveTo>
                  <a:pt x="560048" y="0"/>
                </a:moveTo>
                <a:lnTo>
                  <a:pt x="560048" y="3640314"/>
                </a:lnTo>
                <a:lnTo>
                  <a:pt x="0" y="3640314"/>
                </a:lnTo>
                <a:lnTo>
                  <a:pt x="0" y="0"/>
                </a:lnTo>
                <a:lnTo>
                  <a:pt x="560048" y="0"/>
                </a:lnTo>
                <a:close/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4FE3E8-B9E0-37ED-D0D2-E0ED614C4CF7}"/>
              </a:ext>
            </a:extLst>
          </p:cNvPr>
          <p:cNvSpPr/>
          <p:nvPr/>
        </p:nvSpPr>
        <p:spPr>
          <a:xfrm>
            <a:off x="6936072" y="2229174"/>
            <a:ext cx="560048" cy="3640314"/>
          </a:xfrm>
          <a:custGeom>
            <a:avLst/>
            <a:gdLst/>
            <a:ahLst/>
            <a:cxnLst/>
            <a:rect l="0" t="0" r="0" b="0"/>
            <a:pathLst>
              <a:path w="560048" h="3640314">
                <a:moveTo>
                  <a:pt x="0" y="0"/>
                </a:moveTo>
                <a:lnTo>
                  <a:pt x="0" y="3640314"/>
                </a:lnTo>
                <a:lnTo>
                  <a:pt x="560048" y="3640314"/>
                </a:lnTo>
                <a:lnTo>
                  <a:pt x="560048" y="0"/>
                </a:lnTo>
                <a:lnTo>
                  <a:pt x="0" y="0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DA5D81-3612-800C-9509-514C7CD9416B}"/>
              </a:ext>
            </a:extLst>
          </p:cNvPr>
          <p:cNvSpPr/>
          <p:nvPr/>
        </p:nvSpPr>
        <p:spPr>
          <a:xfrm>
            <a:off x="6936072" y="2229174"/>
            <a:ext cx="560048" cy="3640314"/>
          </a:xfrm>
          <a:custGeom>
            <a:avLst/>
            <a:gdLst/>
            <a:ahLst/>
            <a:cxnLst/>
            <a:rect l="0" t="0" r="0" b="0"/>
            <a:pathLst>
              <a:path w="560048" h="3640314">
                <a:moveTo>
                  <a:pt x="0" y="0"/>
                </a:moveTo>
                <a:lnTo>
                  <a:pt x="0" y="3640314"/>
                </a:lnTo>
                <a:lnTo>
                  <a:pt x="560048" y="3640314"/>
                </a:lnTo>
                <a:lnTo>
                  <a:pt x="560048" y="0"/>
                </a:lnTo>
                <a:lnTo>
                  <a:pt x="0" y="0"/>
                </a:lnTo>
                <a:close/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60A80-0F6E-A90F-43A6-908CF12F919C}"/>
              </a:ext>
            </a:extLst>
          </p:cNvPr>
          <p:cNvSpPr txBox="1"/>
          <p:nvPr/>
        </p:nvSpPr>
        <p:spPr>
          <a:xfrm>
            <a:off x="7044971" y="1832474"/>
            <a:ext cx="95378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Roboto"/>
              </a:rPr>
              <a:t>이전 VCS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A9919-4B7B-EF2D-FEE2-88E5EAD12E15}"/>
              </a:ext>
            </a:extLst>
          </p:cNvPr>
          <p:cNvSpPr txBox="1"/>
          <p:nvPr/>
        </p:nvSpPr>
        <p:spPr>
          <a:xfrm>
            <a:off x="4847170" y="1832473"/>
            <a:ext cx="299835" cy="2800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>
                <a:solidFill>
                  <a:srgbClr val="FFFFFF"/>
                </a:solidFill>
                <a:latin typeface="Roboto"/>
              </a:rPr>
              <a:t>Git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0CBA4-37B5-F530-5646-4A1D5D63FD3E}"/>
              </a:ext>
            </a:extLst>
          </p:cNvPr>
          <p:cNvSpPr txBox="1"/>
          <p:nvPr/>
        </p:nvSpPr>
        <p:spPr>
          <a:xfrm>
            <a:off x="3760436" y="988511"/>
            <a:ext cx="467115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Git vs. 이전 VCS: 어떤 버전 관리 방식을 선택해야 할까?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AE9F52-3893-8E6A-8A09-DE111773796F}"/>
              </a:ext>
            </a:extLst>
          </p:cNvPr>
          <p:cNvSpPr/>
          <p:nvPr/>
        </p:nvSpPr>
        <p:spPr>
          <a:xfrm>
            <a:off x="4796998" y="2516977"/>
            <a:ext cx="357808" cy="357808"/>
          </a:xfrm>
          <a:custGeom>
            <a:avLst/>
            <a:gdLst/>
            <a:ahLst/>
            <a:cxnLst/>
            <a:rect l="0" t="0" r="0" b="0"/>
            <a:pathLst>
              <a:path w="357808" h="357808">
                <a:moveTo>
                  <a:pt x="186682" y="213518"/>
                </a:moveTo>
                <a:lnTo>
                  <a:pt x="186682" y="342251"/>
                </a:lnTo>
                <a:cubicBezTo>
                  <a:pt x="186682" y="350843"/>
                  <a:pt x="179717" y="357808"/>
                  <a:pt x="171125" y="357808"/>
                </a:cubicBezTo>
                <a:lnTo>
                  <a:pt x="15556" y="357808"/>
                </a:lnTo>
                <a:cubicBezTo>
                  <a:pt x="6965" y="357808"/>
                  <a:pt x="0" y="350843"/>
                  <a:pt x="0" y="342251"/>
                </a:cubicBezTo>
                <a:lnTo>
                  <a:pt x="0" y="186682"/>
                </a:lnTo>
                <a:cubicBezTo>
                  <a:pt x="0" y="178090"/>
                  <a:pt x="6965" y="171125"/>
                  <a:pt x="15556" y="171125"/>
                </a:cubicBezTo>
                <a:lnTo>
                  <a:pt x="144321" y="171125"/>
                </a:lnTo>
                <a:moveTo>
                  <a:pt x="140012" y="186682"/>
                </a:moveTo>
                <a:cubicBezTo>
                  <a:pt x="140012" y="203866"/>
                  <a:pt x="153942" y="217796"/>
                  <a:pt x="171125" y="217796"/>
                </a:cubicBezTo>
                <a:cubicBezTo>
                  <a:pt x="188309" y="217796"/>
                  <a:pt x="202239" y="203866"/>
                  <a:pt x="202239" y="186682"/>
                </a:cubicBezTo>
                <a:cubicBezTo>
                  <a:pt x="202239" y="169499"/>
                  <a:pt x="188309" y="155568"/>
                  <a:pt x="171125" y="155568"/>
                </a:cubicBezTo>
                <a:cubicBezTo>
                  <a:pt x="153942" y="155568"/>
                  <a:pt x="140012" y="169499"/>
                  <a:pt x="140012" y="186682"/>
                </a:cubicBezTo>
                <a:moveTo>
                  <a:pt x="77784" y="171125"/>
                </a:moveTo>
                <a:lnTo>
                  <a:pt x="77784" y="108898"/>
                </a:lnTo>
                <a:cubicBezTo>
                  <a:pt x="77784" y="100306"/>
                  <a:pt x="84749" y="93341"/>
                  <a:pt x="93341" y="93341"/>
                </a:cubicBezTo>
                <a:lnTo>
                  <a:pt x="222043" y="93341"/>
                </a:lnTo>
                <a:moveTo>
                  <a:pt x="264467" y="135733"/>
                </a:moveTo>
                <a:lnTo>
                  <a:pt x="264467" y="264467"/>
                </a:lnTo>
                <a:cubicBezTo>
                  <a:pt x="264467" y="273059"/>
                  <a:pt x="257502" y="280024"/>
                  <a:pt x="248910" y="280024"/>
                </a:cubicBezTo>
                <a:lnTo>
                  <a:pt x="186682" y="280024"/>
                </a:lnTo>
                <a:moveTo>
                  <a:pt x="217796" y="108898"/>
                </a:moveTo>
                <a:cubicBezTo>
                  <a:pt x="217796" y="126081"/>
                  <a:pt x="231726" y="140012"/>
                  <a:pt x="248910" y="140012"/>
                </a:cubicBezTo>
                <a:cubicBezTo>
                  <a:pt x="266094" y="140012"/>
                  <a:pt x="280024" y="126081"/>
                  <a:pt x="280024" y="108898"/>
                </a:cubicBezTo>
                <a:cubicBezTo>
                  <a:pt x="280024" y="91714"/>
                  <a:pt x="266094" y="77784"/>
                  <a:pt x="248910" y="77784"/>
                </a:cubicBezTo>
                <a:cubicBezTo>
                  <a:pt x="231726" y="77784"/>
                  <a:pt x="217796" y="91714"/>
                  <a:pt x="217796" y="108898"/>
                </a:cubicBezTo>
                <a:moveTo>
                  <a:pt x="155568" y="93341"/>
                </a:moveTo>
                <a:lnTo>
                  <a:pt x="155568" y="31113"/>
                </a:lnTo>
                <a:cubicBezTo>
                  <a:pt x="155568" y="22521"/>
                  <a:pt x="162534" y="15556"/>
                  <a:pt x="171125" y="15556"/>
                </a:cubicBezTo>
                <a:lnTo>
                  <a:pt x="299859" y="15556"/>
                </a:lnTo>
                <a:moveTo>
                  <a:pt x="342251" y="57918"/>
                </a:moveTo>
                <a:lnTo>
                  <a:pt x="342251" y="186682"/>
                </a:lnTo>
                <a:cubicBezTo>
                  <a:pt x="342251" y="195274"/>
                  <a:pt x="335286" y="202239"/>
                  <a:pt x="326694" y="202239"/>
                </a:cubicBezTo>
                <a:lnTo>
                  <a:pt x="264467" y="202239"/>
                </a:lnTo>
                <a:moveTo>
                  <a:pt x="295581" y="31113"/>
                </a:moveTo>
                <a:cubicBezTo>
                  <a:pt x="295581" y="48297"/>
                  <a:pt x="309511" y="62227"/>
                  <a:pt x="326694" y="62227"/>
                </a:cubicBezTo>
                <a:cubicBezTo>
                  <a:pt x="343878" y="62227"/>
                  <a:pt x="357808" y="48297"/>
                  <a:pt x="357808" y="31113"/>
                </a:cubicBezTo>
                <a:cubicBezTo>
                  <a:pt x="357808" y="13930"/>
                  <a:pt x="343878" y="0"/>
                  <a:pt x="326694" y="0"/>
                </a:cubicBezTo>
                <a:cubicBezTo>
                  <a:pt x="309511" y="0"/>
                  <a:pt x="295581" y="13930"/>
                  <a:pt x="295581" y="31113"/>
                </a:cubicBez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B6AE4F-B463-590C-17A9-C42EC55A4D2F}"/>
              </a:ext>
            </a:extLst>
          </p:cNvPr>
          <p:cNvSpPr/>
          <p:nvPr/>
        </p:nvSpPr>
        <p:spPr>
          <a:xfrm>
            <a:off x="7037845" y="2516977"/>
            <a:ext cx="357808" cy="357870"/>
          </a:xfrm>
          <a:custGeom>
            <a:avLst/>
            <a:gdLst/>
            <a:ahLst/>
            <a:cxnLst/>
            <a:rect l="0" t="0" r="0" b="0"/>
            <a:pathLst>
              <a:path w="357808" h="357870">
                <a:moveTo>
                  <a:pt x="171125" y="357808"/>
                </a:moveTo>
                <a:lnTo>
                  <a:pt x="15556" y="357808"/>
                </a:lnTo>
                <a:cubicBezTo>
                  <a:pt x="6965" y="357808"/>
                  <a:pt x="0" y="350843"/>
                  <a:pt x="0" y="342251"/>
                </a:cubicBezTo>
                <a:lnTo>
                  <a:pt x="0" y="15556"/>
                </a:lnTo>
                <a:cubicBezTo>
                  <a:pt x="0" y="6965"/>
                  <a:pt x="6965" y="0"/>
                  <a:pt x="15556" y="0"/>
                </a:cubicBezTo>
                <a:lnTo>
                  <a:pt x="222354" y="0"/>
                </a:lnTo>
                <a:cubicBezTo>
                  <a:pt x="226496" y="29"/>
                  <a:pt x="230454" y="1709"/>
                  <a:pt x="233353" y="4667"/>
                </a:cubicBezTo>
                <a:lnTo>
                  <a:pt x="291022" y="62227"/>
                </a:lnTo>
                <a:cubicBezTo>
                  <a:pt x="293940" y="65144"/>
                  <a:pt x="295580" y="69100"/>
                  <a:pt x="295581" y="73226"/>
                </a:cubicBezTo>
                <a:lnTo>
                  <a:pt x="295581" y="140012"/>
                </a:lnTo>
                <a:moveTo>
                  <a:pt x="93341" y="101182"/>
                </a:moveTo>
                <a:lnTo>
                  <a:pt x="46670" y="147852"/>
                </a:lnTo>
                <a:lnTo>
                  <a:pt x="93341" y="194523"/>
                </a:lnTo>
                <a:moveTo>
                  <a:pt x="140012" y="194523"/>
                </a:moveTo>
                <a:lnTo>
                  <a:pt x="186682" y="147852"/>
                </a:lnTo>
                <a:lnTo>
                  <a:pt x="140012" y="101182"/>
                </a:lnTo>
                <a:moveTo>
                  <a:pt x="186682" y="257202"/>
                </a:moveTo>
                <a:cubicBezTo>
                  <a:pt x="186682" y="296114"/>
                  <a:pt x="218227" y="327659"/>
                  <a:pt x="257139" y="327659"/>
                </a:cubicBezTo>
                <a:cubicBezTo>
                  <a:pt x="296052" y="327659"/>
                  <a:pt x="327597" y="296114"/>
                  <a:pt x="327597" y="257202"/>
                </a:cubicBezTo>
                <a:cubicBezTo>
                  <a:pt x="327597" y="218289"/>
                  <a:pt x="296052" y="186745"/>
                  <a:pt x="257139" y="186745"/>
                </a:cubicBezTo>
                <a:cubicBezTo>
                  <a:pt x="218227" y="186745"/>
                  <a:pt x="186682" y="218289"/>
                  <a:pt x="186682" y="257202"/>
                </a:cubicBezTo>
                <a:close/>
                <a:moveTo>
                  <a:pt x="357808" y="357870"/>
                </a:moveTo>
                <a:lnTo>
                  <a:pt x="307279" y="307342"/>
                </a:ln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136CF-BC83-759C-E3B5-C352EFF2BACB}"/>
              </a:ext>
            </a:extLst>
          </p:cNvPr>
          <p:cNvSpPr txBox="1"/>
          <p:nvPr/>
        </p:nvSpPr>
        <p:spPr>
          <a:xfrm>
            <a:off x="2342431" y="2524755"/>
            <a:ext cx="215123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dirty="0">
                <a:solidFill>
                  <a:srgbClr val="1EABDA"/>
                </a:solidFill>
                <a:latin typeface="Roboto"/>
              </a:rPr>
              <a:t>각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커밋에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대해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전체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파일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상태를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
"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스냅샷"으로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저장합니다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C15B58-D40E-8CAD-AC93-0278BFF45B7B}"/>
              </a:ext>
            </a:extLst>
          </p:cNvPr>
          <p:cNvSpPr txBox="1"/>
          <p:nvPr/>
        </p:nvSpPr>
        <p:spPr>
          <a:xfrm>
            <a:off x="5530101" y="2618096"/>
            <a:ext cx="113172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969696"/>
                </a:solidFill>
                <a:latin typeface="Roboto"/>
              </a:rPr>
              <a:t>데이터 저장 방식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9D71B-5AC5-90C6-9429-6B6388E8D08A}"/>
              </a:ext>
            </a:extLst>
          </p:cNvPr>
          <p:cNvSpPr txBox="1"/>
          <p:nvPr/>
        </p:nvSpPr>
        <p:spPr>
          <a:xfrm>
            <a:off x="7698360" y="2524755"/>
            <a:ext cx="203260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7F64EA"/>
                </a:solidFill>
                <a:latin typeface="Roboto"/>
              </a:rPr>
              <a:t>파일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버전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간의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차이점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(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델타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)만
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저장합니다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C3DFB-1AA8-BE64-60F8-81819EC1AF22}"/>
              </a:ext>
            </a:extLst>
          </p:cNvPr>
          <p:cNvSpPr txBox="1"/>
          <p:nvPr/>
        </p:nvSpPr>
        <p:spPr>
          <a:xfrm>
            <a:off x="2271845" y="2987574"/>
            <a:ext cx="222176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dirty="0" err="1">
                <a:solidFill>
                  <a:srgbClr val="484848"/>
                </a:solidFill>
                <a:latin typeface="Roboto"/>
              </a:rPr>
              <a:t>이를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통해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언제든지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프로젝트의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완전한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기록</a:t>
            </a:r>
            <a:r>
              <a:rPr sz="900" dirty="0">
                <a:solidFill>
                  <a:srgbClr val="484848"/>
                </a:solidFill>
                <a:latin typeface="Roboto"/>
              </a:rPr>
              <a:t>
을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보장합니다</a:t>
            </a:r>
            <a:r>
              <a:rPr sz="90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4591D1-234C-797E-2A01-3A4BC21A47C6}"/>
              </a:ext>
            </a:extLst>
          </p:cNvPr>
          <p:cNvSpPr txBox="1"/>
          <p:nvPr/>
        </p:nvSpPr>
        <p:spPr>
          <a:xfrm>
            <a:off x="7698360" y="2987574"/>
            <a:ext cx="216405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84848"/>
                </a:solidFill>
                <a:latin typeface="Roboto"/>
              </a:rPr>
              <a:t>이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방식은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추가</a:t>
            </a:r>
            <a:r>
              <a:rPr sz="900" dirty="0">
                <a:solidFill>
                  <a:srgbClr val="484848"/>
                </a:solidFill>
                <a:latin typeface="Roboto"/>
              </a:rPr>
              <a:t> 및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삭제를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기록하여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변경</a:t>
            </a:r>
            <a:r>
              <a:rPr sz="900" dirty="0">
                <a:solidFill>
                  <a:srgbClr val="484848"/>
                </a:solidFill>
                <a:latin typeface="Roboto"/>
              </a:rPr>
              <a:t> 사
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항을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추적합니다</a:t>
            </a:r>
            <a:r>
              <a:rPr sz="90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38788FD-34C8-1212-D436-EC3F084A9BD1}"/>
              </a:ext>
            </a:extLst>
          </p:cNvPr>
          <p:cNvSpPr/>
          <p:nvPr/>
        </p:nvSpPr>
        <p:spPr>
          <a:xfrm>
            <a:off x="4796998" y="3652630"/>
            <a:ext cx="357808" cy="326694"/>
          </a:xfrm>
          <a:custGeom>
            <a:avLst/>
            <a:gdLst/>
            <a:ahLst/>
            <a:cxnLst/>
            <a:rect l="0" t="0" r="0" b="0"/>
            <a:pathLst>
              <a:path w="357808" h="326694">
                <a:moveTo>
                  <a:pt x="0" y="38892"/>
                </a:moveTo>
                <a:cubicBezTo>
                  <a:pt x="0" y="60371"/>
                  <a:pt x="17412" y="77784"/>
                  <a:pt x="38892" y="77784"/>
                </a:cubicBezTo>
                <a:cubicBezTo>
                  <a:pt x="60371" y="77784"/>
                  <a:pt x="77784" y="60371"/>
                  <a:pt x="77784" y="38892"/>
                </a:cubicBezTo>
                <a:cubicBezTo>
                  <a:pt x="77784" y="17412"/>
                  <a:pt x="60371" y="0"/>
                  <a:pt x="38892" y="0"/>
                </a:cubicBezTo>
                <a:cubicBezTo>
                  <a:pt x="17412" y="0"/>
                  <a:pt x="0" y="17412"/>
                  <a:pt x="0" y="38892"/>
                </a:cubicBezTo>
                <a:moveTo>
                  <a:pt x="163347" y="38892"/>
                </a:moveTo>
                <a:cubicBezTo>
                  <a:pt x="163347" y="60371"/>
                  <a:pt x="180760" y="77784"/>
                  <a:pt x="202239" y="77784"/>
                </a:cubicBezTo>
                <a:cubicBezTo>
                  <a:pt x="223719" y="77784"/>
                  <a:pt x="241131" y="60371"/>
                  <a:pt x="241131" y="38892"/>
                </a:cubicBezTo>
                <a:cubicBezTo>
                  <a:pt x="241131" y="17412"/>
                  <a:pt x="223719" y="0"/>
                  <a:pt x="202239" y="0"/>
                </a:cubicBezTo>
                <a:cubicBezTo>
                  <a:pt x="180760" y="0"/>
                  <a:pt x="163347" y="17412"/>
                  <a:pt x="163347" y="38892"/>
                </a:cubicBezTo>
                <a:moveTo>
                  <a:pt x="163347" y="272245"/>
                </a:moveTo>
                <a:cubicBezTo>
                  <a:pt x="163347" y="293725"/>
                  <a:pt x="180760" y="311137"/>
                  <a:pt x="202239" y="311137"/>
                </a:cubicBezTo>
                <a:cubicBezTo>
                  <a:pt x="223719" y="311137"/>
                  <a:pt x="241131" y="293725"/>
                  <a:pt x="241131" y="272245"/>
                </a:cubicBezTo>
                <a:cubicBezTo>
                  <a:pt x="241131" y="250766"/>
                  <a:pt x="223719" y="233353"/>
                  <a:pt x="202239" y="233353"/>
                </a:cubicBezTo>
                <a:cubicBezTo>
                  <a:pt x="180760" y="233353"/>
                  <a:pt x="163347" y="250766"/>
                  <a:pt x="163347" y="272245"/>
                </a:cubicBezTo>
                <a:moveTo>
                  <a:pt x="77784" y="38892"/>
                </a:moveTo>
                <a:lnTo>
                  <a:pt x="163347" y="38892"/>
                </a:lnTo>
                <a:moveTo>
                  <a:pt x="38892" y="272245"/>
                </a:moveTo>
                <a:lnTo>
                  <a:pt x="163347" y="272245"/>
                </a:lnTo>
                <a:moveTo>
                  <a:pt x="241131" y="38892"/>
                </a:moveTo>
                <a:cubicBezTo>
                  <a:pt x="305570" y="38892"/>
                  <a:pt x="357808" y="91130"/>
                  <a:pt x="357808" y="155568"/>
                </a:cubicBezTo>
                <a:cubicBezTo>
                  <a:pt x="357808" y="220007"/>
                  <a:pt x="305570" y="272245"/>
                  <a:pt x="241131" y="272245"/>
                </a:cubicBezTo>
                <a:moveTo>
                  <a:pt x="85562" y="217796"/>
                </a:moveTo>
                <a:lnTo>
                  <a:pt x="31113" y="272245"/>
                </a:lnTo>
                <a:lnTo>
                  <a:pt x="85562" y="326694"/>
                </a:ln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D865DBC-E016-820A-ACAC-300E10B029CA}"/>
              </a:ext>
            </a:extLst>
          </p:cNvPr>
          <p:cNvSpPr/>
          <p:nvPr/>
        </p:nvSpPr>
        <p:spPr>
          <a:xfrm>
            <a:off x="7037192" y="3773415"/>
            <a:ext cx="357808" cy="85127"/>
          </a:xfrm>
          <a:custGeom>
            <a:avLst/>
            <a:gdLst/>
            <a:ahLst/>
            <a:cxnLst/>
            <a:rect l="0" t="0" r="0" b="0"/>
            <a:pathLst>
              <a:path w="357808" h="85127">
                <a:moveTo>
                  <a:pt x="0" y="42563"/>
                </a:moveTo>
                <a:cubicBezTo>
                  <a:pt x="0" y="66070"/>
                  <a:pt x="19056" y="85127"/>
                  <a:pt x="42563" y="85127"/>
                </a:cubicBezTo>
                <a:cubicBezTo>
                  <a:pt x="66070" y="85127"/>
                  <a:pt x="85127" y="66070"/>
                  <a:pt x="85127" y="42563"/>
                </a:cubicBezTo>
                <a:cubicBezTo>
                  <a:pt x="85127" y="19056"/>
                  <a:pt x="66070" y="0"/>
                  <a:pt x="42563" y="0"/>
                </a:cubicBezTo>
                <a:cubicBezTo>
                  <a:pt x="19056" y="0"/>
                  <a:pt x="0" y="19056"/>
                  <a:pt x="0" y="42563"/>
                </a:cubicBezTo>
                <a:moveTo>
                  <a:pt x="136340" y="42563"/>
                </a:moveTo>
                <a:cubicBezTo>
                  <a:pt x="136340" y="66070"/>
                  <a:pt x="155397" y="85127"/>
                  <a:pt x="178904" y="85127"/>
                </a:cubicBezTo>
                <a:cubicBezTo>
                  <a:pt x="202411" y="85127"/>
                  <a:pt x="221468" y="66070"/>
                  <a:pt x="221468" y="42563"/>
                </a:cubicBezTo>
                <a:cubicBezTo>
                  <a:pt x="221468" y="19056"/>
                  <a:pt x="202411" y="0"/>
                  <a:pt x="178904" y="0"/>
                </a:cubicBezTo>
                <a:cubicBezTo>
                  <a:pt x="155397" y="0"/>
                  <a:pt x="136340" y="19056"/>
                  <a:pt x="136340" y="42563"/>
                </a:cubicBezTo>
                <a:moveTo>
                  <a:pt x="272681" y="42563"/>
                </a:moveTo>
                <a:cubicBezTo>
                  <a:pt x="272681" y="66070"/>
                  <a:pt x="291737" y="85127"/>
                  <a:pt x="315245" y="85127"/>
                </a:cubicBezTo>
                <a:cubicBezTo>
                  <a:pt x="338752" y="85127"/>
                  <a:pt x="357808" y="66070"/>
                  <a:pt x="357808" y="42563"/>
                </a:cubicBezTo>
                <a:cubicBezTo>
                  <a:pt x="357808" y="19056"/>
                  <a:pt x="338752" y="0"/>
                  <a:pt x="315245" y="0"/>
                </a:cubicBezTo>
                <a:cubicBezTo>
                  <a:pt x="291737" y="0"/>
                  <a:pt x="272681" y="19056"/>
                  <a:pt x="272681" y="42563"/>
                </a:cubicBezTo>
                <a:moveTo>
                  <a:pt x="85142" y="42563"/>
                </a:moveTo>
                <a:lnTo>
                  <a:pt x="136340" y="42563"/>
                </a:lnTo>
                <a:moveTo>
                  <a:pt x="221468" y="42563"/>
                </a:moveTo>
                <a:lnTo>
                  <a:pt x="272665" y="42563"/>
                </a:ln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CBF697-BBB7-E9BD-6FC6-D143D9C219FA}"/>
              </a:ext>
            </a:extLst>
          </p:cNvPr>
          <p:cNvSpPr txBox="1"/>
          <p:nvPr/>
        </p:nvSpPr>
        <p:spPr>
          <a:xfrm>
            <a:off x="2419313" y="3644852"/>
            <a:ext cx="207428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dirty="0" err="1">
                <a:solidFill>
                  <a:srgbClr val="1EABDA"/>
                </a:solidFill>
                <a:latin typeface="Roboto"/>
              </a:rPr>
              <a:t>프로젝트를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과거의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특정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커밋으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
로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즉시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복원할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 수 </a:t>
            </a:r>
            <a:r>
              <a:rPr sz="1200" b="1" dirty="0" err="1">
                <a:solidFill>
                  <a:srgbClr val="1EABDA"/>
                </a:solidFill>
                <a:latin typeface="Roboto"/>
              </a:rPr>
              <a:t>있습니다</a:t>
            </a:r>
            <a:r>
              <a:rPr sz="1200" b="1" dirty="0">
                <a:solidFill>
                  <a:srgbClr val="1EABDA"/>
                </a:solidFill>
                <a:latin typeface="Roboto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70427-8B35-0ADB-E39D-A6E056A7E76C}"/>
              </a:ext>
            </a:extLst>
          </p:cNvPr>
          <p:cNvSpPr txBox="1"/>
          <p:nvPr/>
        </p:nvSpPr>
        <p:spPr>
          <a:xfrm>
            <a:off x="5775391" y="3738193"/>
            <a:ext cx="64120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969696"/>
                </a:solidFill>
                <a:latin typeface="Roboto"/>
              </a:rPr>
              <a:t>복원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F16744-9F6F-CAFB-8A83-E7448E93767A}"/>
              </a:ext>
            </a:extLst>
          </p:cNvPr>
          <p:cNvSpPr txBox="1"/>
          <p:nvPr/>
        </p:nvSpPr>
        <p:spPr>
          <a:xfrm>
            <a:off x="2271845" y="5414450"/>
            <a:ext cx="222176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484848"/>
                </a:solidFill>
                <a:latin typeface="Roboto"/>
              </a:rPr>
              <a:t>스냅샷 방식은 본질적으로 각 커밋이 완전하
고 검증 가능한 상태임을 보장합니다.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DDD13D-D037-0F1E-9023-24CB1CDEB933}"/>
              </a:ext>
            </a:extLst>
          </p:cNvPr>
          <p:cNvSpPr txBox="1"/>
          <p:nvPr/>
        </p:nvSpPr>
        <p:spPr>
          <a:xfrm>
            <a:off x="2271845" y="4107671"/>
            <a:ext cx="222176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dirty="0" err="1">
                <a:solidFill>
                  <a:srgbClr val="484848"/>
                </a:solidFill>
                <a:latin typeface="Roboto"/>
              </a:rPr>
              <a:t>이를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통해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알려진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양호한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상태로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안정적으로</a:t>
            </a:r>
            <a:r>
              <a:rPr sz="900" dirty="0">
                <a:solidFill>
                  <a:srgbClr val="484848"/>
                </a:solidFill>
                <a:latin typeface="Roboto"/>
              </a:rPr>
              <a:t>
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되돌릴</a:t>
            </a:r>
            <a:r>
              <a:rPr sz="900" dirty="0">
                <a:solidFill>
                  <a:srgbClr val="484848"/>
                </a:solidFill>
                <a:latin typeface="Roboto"/>
              </a:rPr>
              <a:t> 수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있습니다</a:t>
            </a:r>
            <a:r>
              <a:rPr sz="90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5CD80-7F0C-7428-5E5E-5C143891CACE}"/>
              </a:ext>
            </a:extLst>
          </p:cNvPr>
          <p:cNvSpPr txBox="1"/>
          <p:nvPr/>
        </p:nvSpPr>
        <p:spPr>
          <a:xfrm>
            <a:off x="7698360" y="4107671"/>
            <a:ext cx="222176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dirty="0" err="1">
                <a:solidFill>
                  <a:srgbClr val="484848"/>
                </a:solidFill>
                <a:latin typeface="Roboto"/>
              </a:rPr>
              <a:t>과거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상태를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재구성하려면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일련의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변경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사항</a:t>
            </a:r>
            <a:r>
              <a:rPr sz="900" dirty="0">
                <a:solidFill>
                  <a:srgbClr val="484848"/>
                </a:solidFill>
                <a:latin typeface="Roboto"/>
              </a:rPr>
              <a:t>
을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적용해야</a:t>
            </a:r>
            <a:r>
              <a:rPr sz="900" dirty="0">
                <a:solidFill>
                  <a:srgbClr val="484848"/>
                </a:solidFill>
                <a:latin typeface="Roboto"/>
              </a:rPr>
              <a:t> </a:t>
            </a:r>
            <a:r>
              <a:rPr sz="900" dirty="0" err="1">
                <a:solidFill>
                  <a:srgbClr val="484848"/>
                </a:solidFill>
                <a:latin typeface="Roboto"/>
              </a:rPr>
              <a:t>합니다</a:t>
            </a:r>
            <a:r>
              <a:rPr sz="900" dirty="0">
                <a:solidFill>
                  <a:srgbClr val="484848"/>
                </a:solidFill>
                <a:latin typeface="Roboto"/>
              </a:rPr>
              <a:t>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3A8209-FD38-2B07-0456-FBD436347523}"/>
              </a:ext>
            </a:extLst>
          </p:cNvPr>
          <p:cNvSpPr/>
          <p:nvPr/>
        </p:nvSpPr>
        <p:spPr>
          <a:xfrm>
            <a:off x="4796998" y="4757170"/>
            <a:ext cx="357808" cy="357808"/>
          </a:xfrm>
          <a:custGeom>
            <a:avLst/>
            <a:gdLst/>
            <a:ahLst/>
            <a:cxnLst/>
            <a:rect l="0" t="0" r="0" b="0"/>
            <a:pathLst>
              <a:path w="357808" h="357808">
                <a:moveTo>
                  <a:pt x="233353" y="233369"/>
                </a:moveTo>
                <a:lnTo>
                  <a:pt x="342251" y="233369"/>
                </a:lnTo>
                <a:cubicBezTo>
                  <a:pt x="342251" y="233369"/>
                  <a:pt x="357808" y="233369"/>
                  <a:pt x="357808" y="248925"/>
                </a:cubicBezTo>
                <a:lnTo>
                  <a:pt x="357808" y="342251"/>
                </a:lnTo>
                <a:cubicBezTo>
                  <a:pt x="357808" y="342251"/>
                  <a:pt x="357808" y="357808"/>
                  <a:pt x="342251" y="357808"/>
                </a:cubicBezTo>
                <a:lnTo>
                  <a:pt x="233353" y="357808"/>
                </a:lnTo>
                <a:cubicBezTo>
                  <a:pt x="233353" y="357808"/>
                  <a:pt x="217796" y="357808"/>
                  <a:pt x="217796" y="342251"/>
                </a:cubicBezTo>
                <a:lnTo>
                  <a:pt x="217796" y="248925"/>
                </a:lnTo>
                <a:cubicBezTo>
                  <a:pt x="217796" y="248925"/>
                  <a:pt x="217796" y="233369"/>
                  <a:pt x="233353" y="233369"/>
                </a:cubicBezTo>
                <a:moveTo>
                  <a:pt x="268356" y="296561"/>
                </a:moveTo>
                <a:cubicBezTo>
                  <a:pt x="268356" y="307300"/>
                  <a:pt x="277062" y="316007"/>
                  <a:pt x="287802" y="316007"/>
                </a:cubicBezTo>
                <a:cubicBezTo>
                  <a:pt x="298542" y="316007"/>
                  <a:pt x="307248" y="307300"/>
                  <a:pt x="307248" y="296561"/>
                </a:cubicBezTo>
                <a:cubicBezTo>
                  <a:pt x="307248" y="285821"/>
                  <a:pt x="298542" y="277115"/>
                  <a:pt x="287802" y="277115"/>
                </a:cubicBezTo>
                <a:cubicBezTo>
                  <a:pt x="277062" y="277115"/>
                  <a:pt x="268356" y="285821"/>
                  <a:pt x="268356" y="296561"/>
                </a:cubicBezTo>
                <a:moveTo>
                  <a:pt x="326694" y="210018"/>
                </a:moveTo>
                <a:cubicBezTo>
                  <a:pt x="326694" y="188538"/>
                  <a:pt x="309282" y="171125"/>
                  <a:pt x="287802" y="171125"/>
                </a:cubicBezTo>
                <a:cubicBezTo>
                  <a:pt x="266323" y="171125"/>
                  <a:pt x="248910" y="188538"/>
                  <a:pt x="248910" y="210018"/>
                </a:cubicBezTo>
                <a:lnTo>
                  <a:pt x="248910" y="233353"/>
                </a:lnTo>
                <a:lnTo>
                  <a:pt x="326694" y="233353"/>
                </a:lnTo>
                <a:close/>
                <a:moveTo>
                  <a:pt x="171125" y="233353"/>
                </a:moveTo>
                <a:lnTo>
                  <a:pt x="15556" y="233353"/>
                </a:lnTo>
                <a:cubicBezTo>
                  <a:pt x="6965" y="233353"/>
                  <a:pt x="0" y="226388"/>
                  <a:pt x="0" y="217796"/>
                </a:cubicBezTo>
                <a:lnTo>
                  <a:pt x="0" y="68668"/>
                </a:lnTo>
                <a:cubicBezTo>
                  <a:pt x="0" y="64542"/>
                  <a:pt x="1640" y="60586"/>
                  <a:pt x="4558" y="57669"/>
                </a:cubicBezTo>
                <a:lnTo>
                  <a:pt x="57669" y="4558"/>
                </a:lnTo>
                <a:cubicBezTo>
                  <a:pt x="60586" y="1640"/>
                  <a:pt x="64542" y="0"/>
                  <a:pt x="68668" y="0"/>
                </a:cubicBezTo>
                <a:lnTo>
                  <a:pt x="149128" y="0"/>
                </a:lnTo>
                <a:cubicBezTo>
                  <a:pt x="153254" y="0"/>
                  <a:pt x="157210" y="1640"/>
                  <a:pt x="160127" y="4558"/>
                </a:cubicBezTo>
                <a:lnTo>
                  <a:pt x="213238" y="57669"/>
                </a:lnTo>
                <a:cubicBezTo>
                  <a:pt x="216156" y="60586"/>
                  <a:pt x="217795" y="64542"/>
                  <a:pt x="217796" y="68668"/>
                </a:cubicBezTo>
                <a:lnTo>
                  <a:pt x="217796" y="124455"/>
                </a:lnTo>
                <a:moveTo>
                  <a:pt x="1400" y="62227"/>
                </a:moveTo>
                <a:lnTo>
                  <a:pt x="216396" y="62227"/>
                </a:lnTo>
                <a:moveTo>
                  <a:pt x="108898" y="0"/>
                </a:moveTo>
                <a:lnTo>
                  <a:pt x="108898" y="62227"/>
                </a:ln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048D1C-F38F-F234-227F-A47F54B540FE}"/>
              </a:ext>
            </a:extLst>
          </p:cNvPr>
          <p:cNvSpPr/>
          <p:nvPr/>
        </p:nvSpPr>
        <p:spPr>
          <a:xfrm>
            <a:off x="7025912" y="4747467"/>
            <a:ext cx="380371" cy="377216"/>
          </a:xfrm>
          <a:custGeom>
            <a:avLst/>
            <a:gdLst/>
            <a:ahLst/>
            <a:cxnLst/>
            <a:rect l="0" t="0" r="0" b="0"/>
            <a:pathLst>
              <a:path w="380371" h="377216">
                <a:moveTo>
                  <a:pt x="193296" y="140383"/>
                </a:moveTo>
                <a:cubicBezTo>
                  <a:pt x="180407" y="140383"/>
                  <a:pt x="169961" y="129935"/>
                  <a:pt x="169961" y="117047"/>
                </a:cubicBezTo>
                <a:cubicBezTo>
                  <a:pt x="169961" y="104160"/>
                  <a:pt x="180407" y="93712"/>
                  <a:pt x="193296" y="93712"/>
                </a:cubicBezTo>
                <a:cubicBezTo>
                  <a:pt x="206184" y="93712"/>
                  <a:pt x="216632" y="104160"/>
                  <a:pt x="216632" y="117047"/>
                </a:cubicBezTo>
                <a:cubicBezTo>
                  <a:pt x="216632" y="129935"/>
                  <a:pt x="206184" y="140383"/>
                  <a:pt x="193296" y="140383"/>
                </a:cubicBezTo>
                <a:close/>
                <a:moveTo>
                  <a:pt x="127179" y="258616"/>
                </a:moveTo>
                <a:cubicBezTo>
                  <a:pt x="114291" y="258616"/>
                  <a:pt x="103843" y="248170"/>
                  <a:pt x="103843" y="235281"/>
                </a:cubicBezTo>
                <a:cubicBezTo>
                  <a:pt x="103843" y="222393"/>
                  <a:pt x="114291" y="211945"/>
                  <a:pt x="127179" y="211945"/>
                </a:cubicBezTo>
                <a:cubicBezTo>
                  <a:pt x="140066" y="211945"/>
                  <a:pt x="150514" y="222393"/>
                  <a:pt x="150514" y="235281"/>
                </a:cubicBezTo>
                <a:cubicBezTo>
                  <a:pt x="150514" y="248170"/>
                  <a:pt x="140066" y="258616"/>
                  <a:pt x="127179" y="258616"/>
                </a:cubicBezTo>
                <a:close/>
                <a:moveTo>
                  <a:pt x="259413" y="258616"/>
                </a:moveTo>
                <a:cubicBezTo>
                  <a:pt x="272300" y="258616"/>
                  <a:pt x="282748" y="248170"/>
                  <a:pt x="282748" y="235281"/>
                </a:cubicBezTo>
                <a:cubicBezTo>
                  <a:pt x="282748" y="222393"/>
                  <a:pt x="272300" y="211945"/>
                  <a:pt x="259413" y="211945"/>
                </a:cubicBezTo>
                <a:cubicBezTo>
                  <a:pt x="246524" y="211945"/>
                  <a:pt x="236078" y="222393"/>
                  <a:pt x="236078" y="235281"/>
                </a:cubicBezTo>
                <a:cubicBezTo>
                  <a:pt x="236078" y="248170"/>
                  <a:pt x="246524" y="258616"/>
                  <a:pt x="259413" y="258616"/>
                </a:cubicBezTo>
                <a:close/>
                <a:moveTo>
                  <a:pt x="236078" y="235281"/>
                </a:moveTo>
                <a:lnTo>
                  <a:pt x="150514" y="235281"/>
                </a:lnTo>
                <a:moveTo>
                  <a:pt x="182406" y="137741"/>
                </a:moveTo>
                <a:lnTo>
                  <a:pt x="141958" y="217239"/>
                </a:lnTo>
                <a:moveTo>
                  <a:pt x="3502" y="1924"/>
                </a:moveTo>
                <a:moveTo>
                  <a:pt x="244634" y="217239"/>
                </a:moveTo>
                <a:lnTo>
                  <a:pt x="204186" y="137741"/>
                </a:lnTo>
                <a:moveTo>
                  <a:pt x="67866" y="310924"/>
                </a:moveTo>
                <a:cubicBezTo>
                  <a:pt x="0" y="243058"/>
                  <a:pt x="0" y="132577"/>
                  <a:pt x="67866" y="64710"/>
                </a:cubicBezTo>
                <a:cubicBezTo>
                  <a:pt x="119950" y="12626"/>
                  <a:pt x="195709" y="0"/>
                  <a:pt x="258841" y="28409"/>
                </a:cubicBezTo>
                <a:moveTo>
                  <a:pt x="3502" y="1924"/>
                </a:moveTo>
                <a:moveTo>
                  <a:pt x="309346" y="110482"/>
                </a:moveTo>
                <a:lnTo>
                  <a:pt x="312503" y="66290"/>
                </a:lnTo>
                <a:lnTo>
                  <a:pt x="356695" y="69446"/>
                </a:lnTo>
                <a:moveTo>
                  <a:pt x="3502" y="1924"/>
                </a:moveTo>
                <a:moveTo>
                  <a:pt x="22096" y="306195"/>
                </a:moveTo>
                <a:lnTo>
                  <a:pt x="67868" y="310929"/>
                </a:lnTo>
                <a:lnTo>
                  <a:pt x="72602" y="266737"/>
                </a:lnTo>
                <a:moveTo>
                  <a:pt x="312504" y="66290"/>
                </a:moveTo>
                <a:cubicBezTo>
                  <a:pt x="380371" y="134157"/>
                  <a:pt x="380371" y="244638"/>
                  <a:pt x="312504" y="312505"/>
                </a:cubicBezTo>
                <a:cubicBezTo>
                  <a:pt x="260420" y="364588"/>
                  <a:pt x="184661" y="377216"/>
                  <a:pt x="121529" y="348806"/>
                </a:cubicBezTo>
              </a:path>
            </a:pathLst>
          </a:custGeom>
          <a:noFill/>
          <a:ln w="116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81F9FD-38B3-47FF-00B9-3ABC3D6DE5D9}"/>
              </a:ext>
            </a:extLst>
          </p:cNvPr>
          <p:cNvSpPr txBox="1"/>
          <p:nvPr/>
        </p:nvSpPr>
        <p:spPr>
          <a:xfrm>
            <a:off x="2369691" y="4764949"/>
            <a:ext cx="2123979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EABDA"/>
                </a:solidFill>
                <a:latin typeface="Roboto"/>
              </a:rPr>
              <a:t>콘텐츠 주소 지정이 가능한 파일
시스템"처럼 작동하여 데이터 무
결성을 강력하게 보장합니다.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2E343D-2A29-4254-7CFB-95636D81120E}"/>
              </a:ext>
            </a:extLst>
          </p:cNvPr>
          <p:cNvSpPr txBox="1"/>
          <p:nvPr/>
        </p:nvSpPr>
        <p:spPr>
          <a:xfrm>
            <a:off x="5530101" y="4858290"/>
            <a:ext cx="113172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969696"/>
                </a:solidFill>
                <a:latin typeface="Roboto"/>
              </a:rPr>
              <a:t>데이터 무결성 보
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4670D-3465-E098-CF4C-F6C05887B3A8}"/>
              </a:ext>
            </a:extLst>
          </p:cNvPr>
          <p:cNvSpPr txBox="1"/>
          <p:nvPr/>
        </p:nvSpPr>
        <p:spPr>
          <a:xfrm>
            <a:off x="7698360" y="4764949"/>
            <a:ext cx="215764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F64EA"/>
                </a:solidFill>
                <a:latin typeface="Roboto"/>
              </a:rPr>
              <a:t>데이터 무결성은 델타의 정확한
추적 및 적용에 따라 달라집니다.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1934E0-5A32-A115-A583-DF53C4DF38BA}"/>
              </a:ext>
            </a:extLst>
          </p:cNvPr>
          <p:cNvSpPr txBox="1"/>
          <p:nvPr/>
        </p:nvSpPr>
        <p:spPr>
          <a:xfrm>
            <a:off x="7698360" y="5227767"/>
            <a:ext cx="222176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델타가 완벽하게 관리되지 않으면 오류가 발
생할 수 있습니다.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889FDF-FD4E-0D45-89C4-6FF47792B569}"/>
              </a:ext>
            </a:extLst>
          </p:cNvPr>
          <p:cNvSpPr txBox="1"/>
          <p:nvPr/>
        </p:nvSpPr>
        <p:spPr>
          <a:xfrm>
            <a:off x="7698360" y="3644852"/>
            <a:ext cx="219611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7F64EA"/>
                </a:solidFill>
                <a:latin typeface="Roboto"/>
              </a:rPr>
              <a:t>순차적인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델타에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의존하기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때문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
에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복원이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더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복잡할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 수 </a:t>
            </a:r>
            <a:r>
              <a:rPr sz="1200" b="1" dirty="0" err="1">
                <a:solidFill>
                  <a:srgbClr val="7F64EA"/>
                </a:solidFill>
                <a:latin typeface="Roboto"/>
              </a:rPr>
              <a:t>있습니다</a:t>
            </a:r>
            <a:r>
              <a:rPr sz="1200" b="1" dirty="0">
                <a:solidFill>
                  <a:srgbClr val="7F64EA"/>
                </a:solidFill>
                <a:latin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32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AAF6-DE7A-A663-FB76-2F1516ED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006C1-0E6C-8941-FC69-828354AB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386"/>
            <a:ext cx="10515600" cy="883228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5300" b="1" dirty="0"/>
              <a:t>반드시 이해해야 할 </a:t>
            </a:r>
            <a:r>
              <a:rPr lang="en-US" altLang="ko-KR" sz="5300" b="1" dirty="0"/>
              <a:t>Git</a:t>
            </a:r>
            <a:r>
              <a:rPr lang="ko-KR" altLang="en-US" sz="5300" b="1" dirty="0"/>
              <a:t>의 </a:t>
            </a:r>
            <a:r>
              <a:rPr lang="en-US" altLang="ko-KR" sz="5300" b="1" dirty="0"/>
              <a:t>3</a:t>
            </a:r>
            <a:r>
              <a:rPr lang="ko-KR" altLang="en-US" sz="5300" b="1" dirty="0"/>
              <a:t>가지 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18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72856" y="2971800"/>
            <a:ext cx="5824299" cy="1376362"/>
          </a:xfrm>
          <a:custGeom>
            <a:avLst/>
            <a:gdLst/>
            <a:ahLst/>
            <a:cxnLst/>
            <a:rect l="0" t="0" r="0" b="0"/>
            <a:pathLst>
              <a:path w="5824299" h="1376362">
                <a:moveTo>
                  <a:pt x="4629150" y="1147762"/>
                </a:moveTo>
                <a:lnTo>
                  <a:pt x="5138432" y="1147762"/>
                </a:lnTo>
                <a:lnTo>
                  <a:pt x="5138432" y="1376362"/>
                </a:lnTo>
                <a:lnTo>
                  <a:pt x="5824299" y="690591"/>
                </a:lnTo>
                <a:lnTo>
                  <a:pt x="5138432" y="0"/>
                </a:lnTo>
                <a:lnTo>
                  <a:pt x="5138432" y="233362"/>
                </a:lnTo>
                <a:lnTo>
                  <a:pt x="4753613" y="233362"/>
                </a:lnTo>
                <a:lnTo>
                  <a:pt x="4629150" y="1147762"/>
                </a:lnTo>
                <a:moveTo>
                  <a:pt x="3610956" y="233362"/>
                </a:moveTo>
                <a:lnTo>
                  <a:pt x="3268351" y="233362"/>
                </a:lnTo>
                <a:lnTo>
                  <a:pt x="3143888" y="1147762"/>
                </a:lnTo>
                <a:lnTo>
                  <a:pt x="3486502" y="1147762"/>
                </a:lnTo>
                <a:lnTo>
                  <a:pt x="3610956" y="233362"/>
                </a:lnTo>
                <a:moveTo>
                  <a:pt x="2125351" y="233362"/>
                </a:moveTo>
                <a:lnTo>
                  <a:pt x="1786870" y="233362"/>
                </a:lnTo>
                <a:lnTo>
                  <a:pt x="1662417" y="1147762"/>
                </a:lnTo>
                <a:lnTo>
                  <a:pt x="2000888" y="1147762"/>
                </a:lnTo>
                <a:lnTo>
                  <a:pt x="2125351" y="233362"/>
                </a:lnTo>
                <a:moveTo>
                  <a:pt x="643870" y="233362"/>
                </a:moveTo>
                <a:lnTo>
                  <a:pt x="0" y="233362"/>
                </a:lnTo>
                <a:lnTo>
                  <a:pt x="0" y="1147762"/>
                </a:lnTo>
                <a:lnTo>
                  <a:pt x="519417" y="1147762"/>
                </a:lnTo>
                <a:lnTo>
                  <a:pt x="643870" y="233362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72856" y="2971800"/>
            <a:ext cx="5824298" cy="1376362"/>
          </a:xfrm>
          <a:custGeom>
            <a:avLst/>
            <a:gdLst/>
            <a:ahLst/>
            <a:cxnLst/>
            <a:rect l="0" t="0" r="0" b="0"/>
            <a:pathLst>
              <a:path w="5824298" h="1376362">
                <a:moveTo>
                  <a:pt x="4629150" y="1147762"/>
                </a:moveTo>
                <a:lnTo>
                  <a:pt x="5138436" y="1147762"/>
                </a:lnTo>
                <a:lnTo>
                  <a:pt x="5138436" y="1376362"/>
                </a:lnTo>
                <a:lnTo>
                  <a:pt x="5824298" y="690587"/>
                </a:lnTo>
                <a:lnTo>
                  <a:pt x="5138436" y="0"/>
                </a:lnTo>
                <a:lnTo>
                  <a:pt x="5138436" y="233362"/>
                </a:lnTo>
                <a:lnTo>
                  <a:pt x="4753610" y="233362"/>
                </a:lnTo>
                <a:lnTo>
                  <a:pt x="4629150" y="1147762"/>
                </a:lnTo>
                <a:close/>
                <a:moveTo>
                  <a:pt x="3610958" y="233362"/>
                </a:moveTo>
                <a:lnTo>
                  <a:pt x="3268348" y="233362"/>
                </a:lnTo>
                <a:lnTo>
                  <a:pt x="3143888" y="1147762"/>
                </a:lnTo>
                <a:lnTo>
                  <a:pt x="3486498" y="1147762"/>
                </a:lnTo>
                <a:lnTo>
                  <a:pt x="3610958" y="233362"/>
                </a:lnTo>
                <a:close/>
                <a:moveTo>
                  <a:pt x="2125348" y="233362"/>
                </a:moveTo>
                <a:lnTo>
                  <a:pt x="1786873" y="233362"/>
                </a:lnTo>
                <a:lnTo>
                  <a:pt x="1662413" y="1147762"/>
                </a:lnTo>
                <a:lnTo>
                  <a:pt x="2000888" y="1147762"/>
                </a:lnTo>
                <a:lnTo>
                  <a:pt x="2125348" y="233362"/>
                </a:lnTo>
                <a:close/>
                <a:moveTo>
                  <a:pt x="643873" y="233362"/>
                </a:moveTo>
                <a:lnTo>
                  <a:pt x="0" y="233362"/>
                </a:lnTo>
                <a:lnTo>
                  <a:pt x="0" y="1147762"/>
                </a:lnTo>
                <a:lnTo>
                  <a:pt x="519413" y="1147762"/>
                </a:lnTo>
                <a:lnTo>
                  <a:pt x="643873" y="233362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3301457" y="2867025"/>
            <a:ext cx="1828799" cy="1714500"/>
            <a:chOff x="457200" y="2114550"/>
            <a:chExt cx="1828799" cy="1714500"/>
          </a:xfrm>
        </p:grpSpPr>
        <p:sp>
          <p:nvSpPr>
            <p:cNvPr id="4" name="Rounded Rectangle 3"/>
            <p:cNvSpPr/>
            <p:nvPr/>
          </p:nvSpPr>
          <p:spPr>
            <a:xfrm>
              <a:off x="685800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015451" y="2114550"/>
              <a:ext cx="270548" cy="342900"/>
            </a:xfrm>
            <a:custGeom>
              <a:avLst/>
              <a:gdLst/>
              <a:ahLst/>
              <a:cxnLst/>
              <a:rect l="0" t="0" r="0" b="0"/>
              <a:pathLst>
                <a:path w="270548" h="342900">
                  <a:moveTo>
                    <a:pt x="0" y="342900"/>
                  </a:moveTo>
                  <a:lnTo>
                    <a:pt x="46710" y="0"/>
                  </a:lnTo>
                  <a:lnTo>
                    <a:pt x="270548" y="342900"/>
                  </a:lnTo>
                  <a:lnTo>
                    <a:pt x="0" y="342900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57200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301457" y="2867025"/>
            <a:ext cx="1828799" cy="1714500"/>
            <a:chOff x="457200" y="2114550"/>
            <a:chExt cx="1828799" cy="1714500"/>
          </a:xfrm>
        </p:grpSpPr>
        <p:sp>
          <p:nvSpPr>
            <p:cNvPr id="8" name="Rounded Rectangle 7"/>
            <p:cNvSpPr/>
            <p:nvPr/>
          </p:nvSpPr>
          <p:spPr>
            <a:xfrm>
              <a:off x="685800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015447" y="2114550"/>
              <a:ext cx="270552" cy="342900"/>
            </a:xfrm>
            <a:custGeom>
              <a:avLst/>
              <a:gdLst/>
              <a:ahLst/>
              <a:cxnLst/>
              <a:rect l="0" t="0" r="0" b="0"/>
              <a:pathLst>
                <a:path w="270552" h="342900">
                  <a:moveTo>
                    <a:pt x="0" y="342900"/>
                  </a:moveTo>
                  <a:lnTo>
                    <a:pt x="46715" y="0"/>
                  </a:lnTo>
                  <a:lnTo>
                    <a:pt x="270552" y="3429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7200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782926" y="2867025"/>
            <a:ext cx="1828800" cy="1714500"/>
            <a:chOff x="1938670" y="2114550"/>
            <a:chExt cx="1828800" cy="1714500"/>
          </a:xfrm>
        </p:grpSpPr>
        <p:sp>
          <p:nvSpPr>
            <p:cNvPr id="12" name="Rounded Rectangle 11"/>
            <p:cNvSpPr/>
            <p:nvPr/>
          </p:nvSpPr>
          <p:spPr>
            <a:xfrm>
              <a:off x="2167270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496922" y="2114550"/>
              <a:ext cx="270548" cy="342900"/>
            </a:xfrm>
            <a:custGeom>
              <a:avLst/>
              <a:gdLst/>
              <a:ahLst/>
              <a:cxnLst/>
              <a:rect l="0" t="0" r="0" b="0"/>
              <a:pathLst>
                <a:path w="270548" h="342900">
                  <a:moveTo>
                    <a:pt x="0" y="342900"/>
                  </a:moveTo>
                  <a:lnTo>
                    <a:pt x="46710" y="0"/>
                  </a:lnTo>
                  <a:lnTo>
                    <a:pt x="270548" y="342900"/>
                  </a:lnTo>
                  <a:lnTo>
                    <a:pt x="0" y="34290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8670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782926" y="2867025"/>
            <a:ext cx="1828800" cy="1714500"/>
            <a:chOff x="1938670" y="2114550"/>
            <a:chExt cx="1828800" cy="1714500"/>
          </a:xfrm>
        </p:grpSpPr>
        <p:sp>
          <p:nvSpPr>
            <p:cNvPr id="16" name="Rounded Rectangle 15"/>
            <p:cNvSpPr/>
            <p:nvPr/>
          </p:nvSpPr>
          <p:spPr>
            <a:xfrm>
              <a:off x="2167270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496918" y="2114550"/>
              <a:ext cx="270552" cy="342900"/>
            </a:xfrm>
            <a:custGeom>
              <a:avLst/>
              <a:gdLst/>
              <a:ahLst/>
              <a:cxnLst/>
              <a:rect l="0" t="0" r="0" b="0"/>
              <a:pathLst>
                <a:path w="270552" h="342900">
                  <a:moveTo>
                    <a:pt x="0" y="342900"/>
                  </a:moveTo>
                  <a:lnTo>
                    <a:pt x="46715" y="0"/>
                  </a:lnTo>
                  <a:lnTo>
                    <a:pt x="270552" y="3429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938670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268531" y="2867025"/>
            <a:ext cx="1828800" cy="1714500"/>
            <a:chOff x="3424275" y="2114550"/>
            <a:chExt cx="1828800" cy="1714500"/>
          </a:xfrm>
        </p:grpSpPr>
        <p:sp>
          <p:nvSpPr>
            <p:cNvPr id="20" name="Rounded Rectangle 19"/>
            <p:cNvSpPr/>
            <p:nvPr/>
          </p:nvSpPr>
          <p:spPr>
            <a:xfrm>
              <a:off x="3652875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982527" y="2114550"/>
              <a:ext cx="270548" cy="342900"/>
            </a:xfrm>
            <a:custGeom>
              <a:avLst/>
              <a:gdLst/>
              <a:ahLst/>
              <a:cxnLst/>
              <a:rect l="0" t="0" r="0" b="0"/>
              <a:pathLst>
                <a:path w="270548" h="342900">
                  <a:moveTo>
                    <a:pt x="0" y="342900"/>
                  </a:moveTo>
                  <a:lnTo>
                    <a:pt x="46710" y="0"/>
                  </a:lnTo>
                  <a:lnTo>
                    <a:pt x="270548" y="342900"/>
                  </a:lnTo>
                  <a:lnTo>
                    <a:pt x="0" y="34290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24275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268531" y="2867025"/>
            <a:ext cx="1828800" cy="1714500"/>
            <a:chOff x="3424275" y="2114550"/>
            <a:chExt cx="1828800" cy="1714500"/>
          </a:xfrm>
        </p:grpSpPr>
        <p:sp>
          <p:nvSpPr>
            <p:cNvPr id="24" name="Rounded Rectangle 23"/>
            <p:cNvSpPr/>
            <p:nvPr/>
          </p:nvSpPr>
          <p:spPr>
            <a:xfrm>
              <a:off x="3652875" y="2114550"/>
              <a:ext cx="1376362" cy="1714500"/>
            </a:xfrm>
            <a:custGeom>
              <a:avLst/>
              <a:gdLst/>
              <a:ahLst/>
              <a:cxnLst/>
              <a:rect l="0" t="0" r="0" b="0"/>
              <a:pathLst>
                <a:path w="1376362" h="1714500">
                  <a:moveTo>
                    <a:pt x="233362" y="0"/>
                  </a:moveTo>
                  <a:lnTo>
                    <a:pt x="1376362" y="0"/>
                  </a:lnTo>
                  <a:lnTo>
                    <a:pt x="1143000" y="1714500"/>
                  </a:lnTo>
                  <a:lnTo>
                    <a:pt x="0" y="1714500"/>
                  </a:lnTo>
                  <a:lnTo>
                    <a:pt x="233362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982523" y="2114550"/>
              <a:ext cx="270552" cy="342900"/>
            </a:xfrm>
            <a:custGeom>
              <a:avLst/>
              <a:gdLst/>
              <a:ahLst/>
              <a:cxnLst/>
              <a:rect l="0" t="0" r="0" b="0"/>
              <a:pathLst>
                <a:path w="270552" h="342900">
                  <a:moveTo>
                    <a:pt x="0" y="342900"/>
                  </a:moveTo>
                  <a:lnTo>
                    <a:pt x="46715" y="0"/>
                  </a:lnTo>
                  <a:lnTo>
                    <a:pt x="270552" y="3429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424275" y="3371850"/>
              <a:ext cx="290512" cy="457200"/>
            </a:xfrm>
            <a:custGeom>
              <a:avLst/>
              <a:gdLst/>
              <a:ahLst/>
              <a:cxnLst/>
              <a:rect l="0" t="0" r="0" b="0"/>
              <a:pathLst>
                <a:path w="290512" h="457200">
                  <a:moveTo>
                    <a:pt x="228600" y="457200"/>
                  </a:moveTo>
                  <a:lnTo>
                    <a:pt x="0" y="0"/>
                  </a:lnTo>
                  <a:lnTo>
                    <a:pt x="290512" y="0"/>
                  </a:lnTo>
                  <a:lnTo>
                    <a:pt x="22860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330157" y="1838325"/>
            <a:ext cx="9525" cy="1028700"/>
          </a:xfrm>
          <a:custGeom>
            <a:avLst/>
            <a:gdLst/>
            <a:ahLst/>
            <a:cxnLst/>
            <a:rect l="0" t="0" r="0" b="0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01957" y="1838325"/>
            <a:ext cx="9525" cy="1028700"/>
          </a:xfrm>
          <a:custGeom>
            <a:avLst/>
            <a:gdLst/>
            <a:ahLst/>
            <a:cxnLst/>
            <a:rect l="0" t="0" r="0" b="0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587457" y="4581525"/>
            <a:ext cx="9525" cy="1028700"/>
          </a:xfrm>
          <a:custGeom>
            <a:avLst/>
            <a:gdLst/>
            <a:ahLst/>
            <a:cxnLst/>
            <a:rect l="0" t="0" r="0" b="0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872957" y="3333751"/>
            <a:ext cx="692677" cy="685847"/>
          </a:xfrm>
          <a:custGeom>
            <a:avLst/>
            <a:gdLst/>
            <a:ahLst/>
            <a:cxnLst/>
            <a:rect l="0" t="0" r="0" b="0"/>
            <a:pathLst>
              <a:path w="692677" h="685847">
                <a:moveTo>
                  <a:pt x="28575" y="571500"/>
                </a:moveTo>
                <a:lnTo>
                  <a:pt x="57150" y="571500"/>
                </a:lnTo>
                <a:cubicBezTo>
                  <a:pt x="68989" y="571500"/>
                  <a:pt x="78581" y="581091"/>
                  <a:pt x="78581" y="592931"/>
                </a:cubicBezTo>
                <a:cubicBezTo>
                  <a:pt x="78581" y="604770"/>
                  <a:pt x="68989" y="614362"/>
                  <a:pt x="57150" y="614362"/>
                </a:cubicBezTo>
                <a:lnTo>
                  <a:pt x="28575" y="614362"/>
                </a:lnTo>
                <a:cubicBezTo>
                  <a:pt x="16735" y="614362"/>
                  <a:pt x="7143" y="604770"/>
                  <a:pt x="7143" y="592931"/>
                </a:cubicBezTo>
                <a:cubicBezTo>
                  <a:pt x="7143" y="581091"/>
                  <a:pt x="16735" y="571500"/>
                  <a:pt x="28575" y="571500"/>
                </a:cubicBezTo>
                <a:moveTo>
                  <a:pt x="0" y="71437"/>
                </a:moveTo>
                <a:cubicBezTo>
                  <a:pt x="0" y="110890"/>
                  <a:pt x="31984" y="142875"/>
                  <a:pt x="71437" y="142875"/>
                </a:cubicBezTo>
                <a:lnTo>
                  <a:pt x="442912" y="142875"/>
                </a:lnTo>
                <a:cubicBezTo>
                  <a:pt x="482365" y="142875"/>
                  <a:pt x="514350" y="110890"/>
                  <a:pt x="514350" y="71437"/>
                </a:cubicBezTo>
                <a:cubicBezTo>
                  <a:pt x="514350" y="31984"/>
                  <a:pt x="482365" y="0"/>
                  <a:pt x="442912" y="0"/>
                </a:cubicBezTo>
                <a:lnTo>
                  <a:pt x="71437" y="0"/>
                </a:lnTo>
                <a:cubicBezTo>
                  <a:pt x="31984" y="0"/>
                  <a:pt x="0" y="31984"/>
                  <a:pt x="0" y="71437"/>
                </a:cubicBezTo>
                <a:moveTo>
                  <a:pt x="85725" y="71437"/>
                </a:moveTo>
                <a:cubicBezTo>
                  <a:pt x="85725" y="51711"/>
                  <a:pt x="101717" y="35718"/>
                  <a:pt x="121443" y="35718"/>
                </a:cubicBezTo>
                <a:cubicBezTo>
                  <a:pt x="141170" y="35718"/>
                  <a:pt x="157162" y="51711"/>
                  <a:pt x="157162" y="71437"/>
                </a:cubicBezTo>
                <a:cubicBezTo>
                  <a:pt x="157162" y="91163"/>
                  <a:pt x="141170" y="107156"/>
                  <a:pt x="121443" y="107156"/>
                </a:cubicBezTo>
                <a:cubicBezTo>
                  <a:pt x="101717" y="107156"/>
                  <a:pt x="85725" y="91163"/>
                  <a:pt x="85725" y="71437"/>
                </a:cubicBezTo>
                <a:moveTo>
                  <a:pt x="192881" y="71437"/>
                </a:moveTo>
                <a:cubicBezTo>
                  <a:pt x="192881" y="51711"/>
                  <a:pt x="208873" y="35718"/>
                  <a:pt x="228600" y="35718"/>
                </a:cubicBezTo>
                <a:cubicBezTo>
                  <a:pt x="248326" y="35718"/>
                  <a:pt x="264318" y="51711"/>
                  <a:pt x="264318" y="71437"/>
                </a:cubicBezTo>
                <a:cubicBezTo>
                  <a:pt x="264318" y="91163"/>
                  <a:pt x="248326" y="107156"/>
                  <a:pt x="228600" y="107156"/>
                </a:cubicBezTo>
                <a:cubicBezTo>
                  <a:pt x="208873" y="107156"/>
                  <a:pt x="192881" y="91163"/>
                  <a:pt x="192881" y="71437"/>
                </a:cubicBezTo>
                <a:moveTo>
                  <a:pt x="0" y="242887"/>
                </a:moveTo>
                <a:cubicBezTo>
                  <a:pt x="0" y="282340"/>
                  <a:pt x="31984" y="314325"/>
                  <a:pt x="71437" y="314325"/>
                </a:cubicBezTo>
                <a:lnTo>
                  <a:pt x="442912" y="314325"/>
                </a:lnTo>
                <a:cubicBezTo>
                  <a:pt x="482365" y="314325"/>
                  <a:pt x="514350" y="282340"/>
                  <a:pt x="514350" y="242887"/>
                </a:cubicBezTo>
                <a:cubicBezTo>
                  <a:pt x="514350" y="203434"/>
                  <a:pt x="482365" y="171450"/>
                  <a:pt x="442912" y="171450"/>
                </a:cubicBezTo>
                <a:lnTo>
                  <a:pt x="71437" y="171450"/>
                </a:lnTo>
                <a:cubicBezTo>
                  <a:pt x="31984" y="171450"/>
                  <a:pt x="0" y="203434"/>
                  <a:pt x="0" y="242887"/>
                </a:cubicBezTo>
                <a:moveTo>
                  <a:pt x="85725" y="242887"/>
                </a:moveTo>
                <a:cubicBezTo>
                  <a:pt x="85725" y="223161"/>
                  <a:pt x="101717" y="207168"/>
                  <a:pt x="121443" y="207168"/>
                </a:cubicBezTo>
                <a:cubicBezTo>
                  <a:pt x="141170" y="207168"/>
                  <a:pt x="157162" y="223161"/>
                  <a:pt x="157162" y="242887"/>
                </a:cubicBezTo>
                <a:cubicBezTo>
                  <a:pt x="157162" y="262613"/>
                  <a:pt x="141170" y="278606"/>
                  <a:pt x="121443" y="278606"/>
                </a:cubicBezTo>
                <a:cubicBezTo>
                  <a:pt x="101717" y="278606"/>
                  <a:pt x="85725" y="262613"/>
                  <a:pt x="85725" y="242887"/>
                </a:cubicBezTo>
                <a:moveTo>
                  <a:pt x="192881" y="242887"/>
                </a:moveTo>
                <a:cubicBezTo>
                  <a:pt x="192881" y="223161"/>
                  <a:pt x="208873" y="207168"/>
                  <a:pt x="228600" y="207168"/>
                </a:cubicBezTo>
                <a:cubicBezTo>
                  <a:pt x="248326" y="207168"/>
                  <a:pt x="264318" y="223161"/>
                  <a:pt x="264318" y="242887"/>
                </a:cubicBezTo>
                <a:cubicBezTo>
                  <a:pt x="264318" y="262613"/>
                  <a:pt x="248326" y="278606"/>
                  <a:pt x="228600" y="278606"/>
                </a:cubicBezTo>
                <a:cubicBezTo>
                  <a:pt x="208873" y="278606"/>
                  <a:pt x="192881" y="262613"/>
                  <a:pt x="192881" y="242887"/>
                </a:cubicBezTo>
                <a:moveTo>
                  <a:pt x="0" y="414337"/>
                </a:moveTo>
                <a:cubicBezTo>
                  <a:pt x="0" y="453790"/>
                  <a:pt x="31984" y="485775"/>
                  <a:pt x="71437" y="485775"/>
                </a:cubicBezTo>
                <a:lnTo>
                  <a:pt x="228600" y="485775"/>
                </a:lnTo>
                <a:cubicBezTo>
                  <a:pt x="232543" y="485775"/>
                  <a:pt x="235743" y="488975"/>
                  <a:pt x="235743" y="492918"/>
                </a:cubicBezTo>
                <a:lnTo>
                  <a:pt x="235743" y="564356"/>
                </a:lnTo>
                <a:cubicBezTo>
                  <a:pt x="235743" y="568299"/>
                  <a:pt x="232543" y="571500"/>
                  <a:pt x="228600" y="571500"/>
                </a:cubicBezTo>
                <a:lnTo>
                  <a:pt x="142875" y="571500"/>
                </a:lnTo>
                <a:cubicBezTo>
                  <a:pt x="131035" y="571500"/>
                  <a:pt x="121443" y="581091"/>
                  <a:pt x="121443" y="592931"/>
                </a:cubicBezTo>
                <a:cubicBezTo>
                  <a:pt x="121443" y="604770"/>
                  <a:pt x="131035" y="614362"/>
                  <a:pt x="142875" y="614362"/>
                </a:cubicBezTo>
                <a:lnTo>
                  <a:pt x="269747" y="614362"/>
                </a:lnTo>
                <a:cubicBezTo>
                  <a:pt x="273691" y="614362"/>
                  <a:pt x="276891" y="611162"/>
                  <a:pt x="276891" y="607218"/>
                </a:cubicBezTo>
                <a:lnTo>
                  <a:pt x="278606" y="492918"/>
                </a:lnTo>
                <a:cubicBezTo>
                  <a:pt x="278606" y="488975"/>
                  <a:pt x="281806" y="485775"/>
                  <a:pt x="285750" y="485775"/>
                </a:cubicBezTo>
                <a:lnTo>
                  <a:pt x="342900" y="485775"/>
                </a:lnTo>
                <a:cubicBezTo>
                  <a:pt x="346690" y="485822"/>
                  <a:pt x="350319" y="484260"/>
                  <a:pt x="352901" y="481488"/>
                </a:cubicBezTo>
                <a:lnTo>
                  <a:pt x="465772" y="367188"/>
                </a:lnTo>
                <a:cubicBezTo>
                  <a:pt x="469458" y="363540"/>
                  <a:pt x="470877" y="358178"/>
                  <a:pt x="469487" y="353186"/>
                </a:cubicBezTo>
                <a:cubicBezTo>
                  <a:pt x="468106" y="348138"/>
                  <a:pt x="464029" y="344281"/>
                  <a:pt x="458914" y="343185"/>
                </a:cubicBezTo>
                <a:cubicBezTo>
                  <a:pt x="453609" y="342442"/>
                  <a:pt x="448236" y="342347"/>
                  <a:pt x="442912" y="342900"/>
                </a:cubicBezTo>
                <a:lnTo>
                  <a:pt x="71437" y="342900"/>
                </a:lnTo>
                <a:cubicBezTo>
                  <a:pt x="31984" y="342900"/>
                  <a:pt x="0" y="374884"/>
                  <a:pt x="0" y="414337"/>
                </a:cubicBezTo>
                <a:moveTo>
                  <a:pt x="85725" y="414337"/>
                </a:moveTo>
                <a:cubicBezTo>
                  <a:pt x="85725" y="394611"/>
                  <a:pt x="101717" y="378618"/>
                  <a:pt x="121443" y="378618"/>
                </a:cubicBezTo>
                <a:cubicBezTo>
                  <a:pt x="141170" y="378618"/>
                  <a:pt x="157162" y="394611"/>
                  <a:pt x="157162" y="414337"/>
                </a:cubicBezTo>
                <a:cubicBezTo>
                  <a:pt x="157162" y="434063"/>
                  <a:pt x="141170" y="450056"/>
                  <a:pt x="121443" y="450056"/>
                </a:cubicBezTo>
                <a:cubicBezTo>
                  <a:pt x="101717" y="450056"/>
                  <a:pt x="85725" y="434063"/>
                  <a:pt x="85725" y="414337"/>
                </a:cubicBezTo>
                <a:moveTo>
                  <a:pt x="228600" y="450056"/>
                </a:moveTo>
                <a:cubicBezTo>
                  <a:pt x="208873" y="450056"/>
                  <a:pt x="192881" y="434063"/>
                  <a:pt x="192881" y="414337"/>
                </a:cubicBezTo>
                <a:cubicBezTo>
                  <a:pt x="192881" y="394611"/>
                  <a:pt x="208873" y="378618"/>
                  <a:pt x="228600" y="378618"/>
                </a:cubicBezTo>
                <a:cubicBezTo>
                  <a:pt x="248326" y="378618"/>
                  <a:pt x="264318" y="394611"/>
                  <a:pt x="264318" y="414337"/>
                </a:cubicBezTo>
                <a:cubicBezTo>
                  <a:pt x="264318" y="434063"/>
                  <a:pt x="248326" y="450056"/>
                  <a:pt x="228600" y="450056"/>
                </a:cubicBezTo>
                <a:moveTo>
                  <a:pt x="364045" y="572928"/>
                </a:moveTo>
                <a:cubicBezTo>
                  <a:pt x="360483" y="569290"/>
                  <a:pt x="355282" y="567775"/>
                  <a:pt x="350329" y="568928"/>
                </a:cubicBezTo>
                <a:cubicBezTo>
                  <a:pt x="345443" y="570318"/>
                  <a:pt x="341576" y="574081"/>
                  <a:pt x="340042" y="578929"/>
                </a:cubicBezTo>
                <a:lnTo>
                  <a:pt x="314325" y="667511"/>
                </a:lnTo>
                <a:cubicBezTo>
                  <a:pt x="312867" y="672503"/>
                  <a:pt x="314296" y="677903"/>
                  <a:pt x="318039" y="681513"/>
                </a:cubicBezTo>
                <a:cubicBezTo>
                  <a:pt x="320621" y="684285"/>
                  <a:pt x="324250" y="685847"/>
                  <a:pt x="328041" y="685800"/>
                </a:cubicBezTo>
                <a:lnTo>
                  <a:pt x="332041" y="685800"/>
                </a:lnTo>
                <a:lnTo>
                  <a:pt x="420623" y="660368"/>
                </a:lnTo>
                <a:cubicBezTo>
                  <a:pt x="425472" y="659110"/>
                  <a:pt x="429225" y="655253"/>
                  <a:pt x="430339" y="650366"/>
                </a:cubicBezTo>
                <a:cubicBezTo>
                  <a:pt x="431749" y="645461"/>
                  <a:pt x="430320" y="640175"/>
                  <a:pt x="426624" y="636651"/>
                </a:cubicBezTo>
                <a:lnTo>
                  <a:pt x="364045" y="572928"/>
                </a:lnTo>
                <a:moveTo>
                  <a:pt x="372903" y="521208"/>
                </a:moveTo>
                <a:cubicBezTo>
                  <a:pt x="367426" y="526856"/>
                  <a:pt x="367426" y="535847"/>
                  <a:pt x="372903" y="541496"/>
                </a:cubicBezTo>
                <a:lnTo>
                  <a:pt x="458628" y="627221"/>
                </a:lnTo>
                <a:cubicBezTo>
                  <a:pt x="461448" y="629773"/>
                  <a:pt x="465115" y="631202"/>
                  <a:pt x="468915" y="631221"/>
                </a:cubicBezTo>
                <a:cubicBezTo>
                  <a:pt x="472630" y="631183"/>
                  <a:pt x="476202" y="629754"/>
                  <a:pt x="478917" y="627221"/>
                </a:cubicBezTo>
                <a:lnTo>
                  <a:pt x="621792" y="484346"/>
                </a:lnTo>
                <a:cubicBezTo>
                  <a:pt x="624497" y="481660"/>
                  <a:pt x="626021" y="478012"/>
                  <a:pt x="626021" y="474202"/>
                </a:cubicBezTo>
                <a:cubicBezTo>
                  <a:pt x="626021" y="470392"/>
                  <a:pt x="624497" y="466744"/>
                  <a:pt x="621792" y="464058"/>
                </a:cubicBezTo>
                <a:lnTo>
                  <a:pt x="536067" y="378333"/>
                </a:lnTo>
                <a:cubicBezTo>
                  <a:pt x="533380" y="375627"/>
                  <a:pt x="529732" y="374103"/>
                  <a:pt x="525922" y="374103"/>
                </a:cubicBezTo>
                <a:cubicBezTo>
                  <a:pt x="522112" y="374103"/>
                  <a:pt x="518464" y="375627"/>
                  <a:pt x="515778" y="378333"/>
                </a:cubicBezTo>
                <a:lnTo>
                  <a:pt x="372903" y="521208"/>
                </a:lnTo>
                <a:moveTo>
                  <a:pt x="642366" y="443484"/>
                </a:moveTo>
                <a:cubicBezTo>
                  <a:pt x="644832" y="446017"/>
                  <a:pt x="648261" y="447370"/>
                  <a:pt x="651795" y="447198"/>
                </a:cubicBezTo>
                <a:cubicBezTo>
                  <a:pt x="656301" y="447074"/>
                  <a:pt x="660596" y="445236"/>
                  <a:pt x="663797" y="442055"/>
                </a:cubicBezTo>
                <a:cubicBezTo>
                  <a:pt x="692677" y="412461"/>
                  <a:pt x="692105" y="365064"/>
                  <a:pt x="662511" y="336184"/>
                </a:cubicBezTo>
                <a:cubicBezTo>
                  <a:pt x="632917" y="307305"/>
                  <a:pt x="585520" y="307876"/>
                  <a:pt x="556641" y="337470"/>
                </a:cubicBezTo>
                <a:cubicBezTo>
                  <a:pt x="553935" y="340156"/>
                  <a:pt x="552411" y="343804"/>
                  <a:pt x="552411" y="347614"/>
                </a:cubicBezTo>
                <a:cubicBezTo>
                  <a:pt x="552411" y="351424"/>
                  <a:pt x="553935" y="355072"/>
                  <a:pt x="556641" y="357759"/>
                </a:cubicBezTo>
                <a:lnTo>
                  <a:pt x="642366" y="44348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364494" y="3339712"/>
            <a:ext cx="668940" cy="673836"/>
          </a:xfrm>
          <a:custGeom>
            <a:avLst/>
            <a:gdLst/>
            <a:ahLst/>
            <a:cxnLst/>
            <a:rect l="0" t="0" r="0" b="0"/>
            <a:pathLst>
              <a:path w="668940" h="673836">
                <a:moveTo>
                  <a:pt x="350043" y="616686"/>
                </a:moveTo>
                <a:cubicBezTo>
                  <a:pt x="350043" y="648252"/>
                  <a:pt x="375627" y="673836"/>
                  <a:pt x="407193" y="673836"/>
                </a:cubicBezTo>
                <a:cubicBezTo>
                  <a:pt x="438759" y="673836"/>
                  <a:pt x="464343" y="648252"/>
                  <a:pt x="464343" y="616686"/>
                </a:cubicBezTo>
                <a:cubicBezTo>
                  <a:pt x="464343" y="585120"/>
                  <a:pt x="438759" y="559536"/>
                  <a:pt x="407193" y="559536"/>
                </a:cubicBezTo>
                <a:cubicBezTo>
                  <a:pt x="375627" y="559536"/>
                  <a:pt x="350043" y="585120"/>
                  <a:pt x="350043" y="616686"/>
                </a:cubicBezTo>
                <a:moveTo>
                  <a:pt x="64293" y="616686"/>
                </a:moveTo>
                <a:cubicBezTo>
                  <a:pt x="64293" y="648252"/>
                  <a:pt x="89877" y="673836"/>
                  <a:pt x="121443" y="673836"/>
                </a:cubicBezTo>
                <a:cubicBezTo>
                  <a:pt x="153009" y="673836"/>
                  <a:pt x="178593" y="648252"/>
                  <a:pt x="178593" y="616686"/>
                </a:cubicBezTo>
                <a:cubicBezTo>
                  <a:pt x="178593" y="585120"/>
                  <a:pt x="153009" y="559536"/>
                  <a:pt x="121443" y="559536"/>
                </a:cubicBezTo>
                <a:cubicBezTo>
                  <a:pt x="89877" y="559536"/>
                  <a:pt x="64293" y="585120"/>
                  <a:pt x="64293" y="616686"/>
                </a:cubicBezTo>
                <a:moveTo>
                  <a:pt x="634079" y="22612"/>
                </a:moveTo>
                <a:lnTo>
                  <a:pt x="546639" y="22612"/>
                </a:lnTo>
                <a:cubicBezTo>
                  <a:pt x="521550" y="22659"/>
                  <a:pt x="500338" y="41195"/>
                  <a:pt x="496919" y="66046"/>
                </a:cubicBezTo>
                <a:lnTo>
                  <a:pt x="446341" y="446093"/>
                </a:lnTo>
                <a:cubicBezTo>
                  <a:pt x="446046" y="449656"/>
                  <a:pt x="443055" y="452389"/>
                  <a:pt x="439483" y="452380"/>
                </a:cubicBezTo>
                <a:lnTo>
                  <a:pt x="35718" y="452380"/>
                </a:lnTo>
                <a:cubicBezTo>
                  <a:pt x="15992" y="452380"/>
                  <a:pt x="0" y="468372"/>
                  <a:pt x="0" y="488099"/>
                </a:cubicBezTo>
                <a:cubicBezTo>
                  <a:pt x="0" y="507825"/>
                  <a:pt x="15992" y="523817"/>
                  <a:pt x="35718" y="523817"/>
                </a:cubicBezTo>
                <a:lnTo>
                  <a:pt x="464343" y="523817"/>
                </a:lnTo>
                <a:cubicBezTo>
                  <a:pt x="489623" y="523732"/>
                  <a:pt x="510901" y="504891"/>
                  <a:pt x="514064" y="479812"/>
                </a:cubicBezTo>
                <a:lnTo>
                  <a:pt x="563499" y="101479"/>
                </a:lnTo>
                <a:cubicBezTo>
                  <a:pt x="564051" y="97936"/>
                  <a:pt x="567051" y="95288"/>
                  <a:pt x="570642" y="95192"/>
                </a:cubicBezTo>
                <a:lnTo>
                  <a:pt x="633222" y="95192"/>
                </a:lnTo>
                <a:cubicBezTo>
                  <a:pt x="652948" y="95192"/>
                  <a:pt x="668940" y="79200"/>
                  <a:pt x="668940" y="59474"/>
                </a:cubicBezTo>
                <a:cubicBezTo>
                  <a:pt x="668940" y="39747"/>
                  <a:pt x="652948" y="23755"/>
                  <a:pt x="633222" y="23755"/>
                </a:cubicBezTo>
                <a:lnTo>
                  <a:pt x="634079" y="22612"/>
                </a:lnTo>
                <a:moveTo>
                  <a:pt x="89725" y="204920"/>
                </a:moveTo>
                <a:lnTo>
                  <a:pt x="159162" y="134626"/>
                </a:lnTo>
                <a:cubicBezTo>
                  <a:pt x="161601" y="133064"/>
                  <a:pt x="164725" y="133064"/>
                  <a:pt x="167163" y="134626"/>
                </a:cubicBezTo>
                <a:cubicBezTo>
                  <a:pt x="169773" y="135769"/>
                  <a:pt x="171459" y="138350"/>
                  <a:pt x="171450" y="141198"/>
                </a:cubicBezTo>
                <a:lnTo>
                  <a:pt x="171450" y="325221"/>
                </a:lnTo>
                <a:cubicBezTo>
                  <a:pt x="171450" y="344947"/>
                  <a:pt x="187442" y="360940"/>
                  <a:pt x="207168" y="360940"/>
                </a:cubicBezTo>
                <a:cubicBezTo>
                  <a:pt x="226895" y="360940"/>
                  <a:pt x="242887" y="344947"/>
                  <a:pt x="242887" y="325221"/>
                </a:cubicBezTo>
                <a:lnTo>
                  <a:pt x="242887" y="139769"/>
                </a:lnTo>
                <a:cubicBezTo>
                  <a:pt x="243068" y="136950"/>
                  <a:pt x="244830" y="134473"/>
                  <a:pt x="247430" y="133378"/>
                </a:cubicBezTo>
                <a:cubicBezTo>
                  <a:pt x="250040" y="132292"/>
                  <a:pt x="253041" y="132768"/>
                  <a:pt x="255174" y="134626"/>
                </a:cubicBezTo>
                <a:lnTo>
                  <a:pt x="324612" y="204920"/>
                </a:lnTo>
                <a:cubicBezTo>
                  <a:pt x="338499" y="218970"/>
                  <a:pt x="361140" y="219094"/>
                  <a:pt x="375189" y="205206"/>
                </a:cubicBezTo>
                <a:cubicBezTo>
                  <a:pt x="389239" y="191319"/>
                  <a:pt x="389362" y="168678"/>
                  <a:pt x="375475" y="154628"/>
                </a:cubicBezTo>
                <a:lnTo>
                  <a:pt x="232600" y="11753"/>
                </a:lnTo>
                <a:cubicBezTo>
                  <a:pt x="226066" y="4552"/>
                  <a:pt x="216884" y="323"/>
                  <a:pt x="207168" y="38"/>
                </a:cubicBezTo>
                <a:cubicBezTo>
                  <a:pt x="197700" y="0"/>
                  <a:pt x="188623" y="3819"/>
                  <a:pt x="182022" y="10610"/>
                </a:cubicBezTo>
                <a:lnTo>
                  <a:pt x="39147" y="153485"/>
                </a:lnTo>
                <a:cubicBezTo>
                  <a:pt x="24945" y="167449"/>
                  <a:pt x="24755" y="190290"/>
                  <a:pt x="38719" y="204492"/>
                </a:cubicBezTo>
                <a:cubicBezTo>
                  <a:pt x="52682" y="218694"/>
                  <a:pt x="75523" y="218884"/>
                  <a:pt x="89725" y="2049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40545" y="3329539"/>
            <a:ext cx="694220" cy="694220"/>
          </a:xfrm>
          <a:custGeom>
            <a:avLst/>
            <a:gdLst/>
            <a:ahLst/>
            <a:cxnLst/>
            <a:rect l="0" t="0" r="0" b="0"/>
            <a:pathLst>
              <a:path w="694220" h="694220">
                <a:moveTo>
                  <a:pt x="677151" y="315963"/>
                </a:moveTo>
                <a:lnTo>
                  <a:pt x="378256" y="17068"/>
                </a:lnTo>
                <a:cubicBezTo>
                  <a:pt x="360997" y="0"/>
                  <a:pt x="333222" y="0"/>
                  <a:pt x="315963" y="17068"/>
                </a:cubicBezTo>
                <a:lnTo>
                  <a:pt x="245954" y="87077"/>
                </a:lnTo>
                <a:lnTo>
                  <a:pt x="318535" y="160801"/>
                </a:lnTo>
                <a:cubicBezTo>
                  <a:pt x="327355" y="156238"/>
                  <a:pt x="337184" y="153971"/>
                  <a:pt x="347110" y="154228"/>
                </a:cubicBezTo>
                <a:cubicBezTo>
                  <a:pt x="382619" y="154228"/>
                  <a:pt x="411403" y="183013"/>
                  <a:pt x="411403" y="218522"/>
                </a:cubicBezTo>
                <a:cubicBezTo>
                  <a:pt x="411603" y="228409"/>
                  <a:pt x="409451" y="238210"/>
                  <a:pt x="405117" y="247097"/>
                </a:cubicBezTo>
                <a:lnTo>
                  <a:pt x="467696" y="309962"/>
                </a:lnTo>
                <a:cubicBezTo>
                  <a:pt x="492880" y="299275"/>
                  <a:pt x="522103" y="307933"/>
                  <a:pt x="537400" y="330622"/>
                </a:cubicBezTo>
                <a:cubicBezTo>
                  <a:pt x="552697" y="353301"/>
                  <a:pt x="549773" y="383638"/>
                  <a:pt x="530428" y="402983"/>
                </a:cubicBezTo>
                <a:cubicBezTo>
                  <a:pt x="511082" y="422328"/>
                  <a:pt x="480745" y="425253"/>
                  <a:pt x="458066" y="409956"/>
                </a:cubicBezTo>
                <a:cubicBezTo>
                  <a:pt x="435378" y="394658"/>
                  <a:pt x="426720" y="365436"/>
                  <a:pt x="437407" y="340252"/>
                </a:cubicBezTo>
                <a:lnTo>
                  <a:pt x="375685" y="276244"/>
                </a:lnTo>
                <a:cubicBezTo>
                  <a:pt x="373789" y="277329"/>
                  <a:pt x="371779" y="278187"/>
                  <a:pt x="369684" y="278815"/>
                </a:cubicBezTo>
                <a:lnTo>
                  <a:pt x="369684" y="437121"/>
                </a:lnTo>
                <a:cubicBezTo>
                  <a:pt x="395039" y="447379"/>
                  <a:pt x="409575" y="474164"/>
                  <a:pt x="404355" y="501015"/>
                </a:cubicBezTo>
                <a:cubicBezTo>
                  <a:pt x="399126" y="527865"/>
                  <a:pt x="375608" y="547249"/>
                  <a:pt x="348253" y="547249"/>
                </a:cubicBezTo>
                <a:cubicBezTo>
                  <a:pt x="320897" y="547249"/>
                  <a:pt x="297380" y="527865"/>
                  <a:pt x="292150" y="501015"/>
                </a:cubicBezTo>
                <a:cubicBezTo>
                  <a:pt x="286931" y="474164"/>
                  <a:pt x="301466" y="447379"/>
                  <a:pt x="326821" y="437121"/>
                </a:cubicBezTo>
                <a:lnTo>
                  <a:pt x="326821" y="278815"/>
                </a:lnTo>
                <a:cubicBezTo>
                  <a:pt x="300742" y="270233"/>
                  <a:pt x="283035" y="245973"/>
                  <a:pt x="282816" y="218522"/>
                </a:cubicBezTo>
                <a:cubicBezTo>
                  <a:pt x="282616" y="208635"/>
                  <a:pt x="284768" y="198834"/>
                  <a:pt x="289102" y="189947"/>
                </a:cubicBezTo>
                <a:lnTo>
                  <a:pt x="215665" y="118510"/>
                </a:lnTo>
                <a:lnTo>
                  <a:pt x="17068" y="318535"/>
                </a:lnTo>
                <a:cubicBezTo>
                  <a:pt x="0" y="335794"/>
                  <a:pt x="0" y="363569"/>
                  <a:pt x="17068" y="380828"/>
                </a:cubicBezTo>
                <a:lnTo>
                  <a:pt x="315963" y="677151"/>
                </a:lnTo>
                <a:cubicBezTo>
                  <a:pt x="333222" y="694220"/>
                  <a:pt x="360997" y="694220"/>
                  <a:pt x="378256" y="677151"/>
                </a:cubicBezTo>
                <a:lnTo>
                  <a:pt x="677151" y="378256"/>
                </a:lnTo>
                <a:cubicBezTo>
                  <a:pt x="694220" y="360997"/>
                  <a:pt x="694220" y="333222"/>
                  <a:pt x="677151" y="31596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225" y="1233488"/>
            <a:ext cx="182582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484848"/>
                </a:solidFill>
                <a:latin typeface="Roboto"/>
              </a:rPr>
              <a:t>Git의 세 가지 영역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3506" y="1857375"/>
            <a:ext cx="116538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E88E7"/>
                </a:solidFill>
                <a:latin typeface="Roboto"/>
              </a:rPr>
              <a:t>Working 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5306" y="1857375"/>
            <a:ext cx="109004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2BD39"/>
                </a:solidFill>
                <a:latin typeface="Roboto"/>
              </a:rPr>
              <a:t>Git Directory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3507" y="2195512"/>
            <a:ext cx="1798569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484848"/>
                </a:solidFill>
                <a:latin typeface="Roboto"/>
              </a:rPr>
              <a:t>파일을 수정하고 변경하는 디
렉토리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5307" y="2195512"/>
            <a:ext cx="1763303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484848"/>
                </a:solidFill>
                <a:latin typeface="Roboto"/>
              </a:rPr>
              <a:t>커밋이 영구적으로 저장되는
로컬 데이터베이스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2032" y="4943475"/>
            <a:ext cx="112210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3CC583"/>
                </a:solidFill>
                <a:latin typeface="Roboto"/>
              </a:rPr>
              <a:t>Staging 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0310" y="5281612"/>
            <a:ext cx="1833835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484848"/>
                </a:solidFill>
                <a:latin typeface="Roboto"/>
              </a:rPr>
              <a:t>다음 커밋에 포함할 변경 사항
을 선택적으로 모아두는 영역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964A-36C3-8177-434E-B8C4451F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0E099-28DB-586D-4F6B-C0116BBF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5936"/>
            <a:ext cx="10515600" cy="1226128"/>
          </a:xfrm>
        </p:spPr>
        <p:txBody>
          <a:bodyPr>
            <a:normAutofit/>
          </a:bodyPr>
          <a:lstStyle/>
          <a:p>
            <a:pPr algn="ctr"/>
            <a:r>
              <a:rPr lang="ko-KR" altLang="en-US" b="1" dirty="0"/>
              <a:t>기본 명령어 흐름 익히기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5378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D382-7A24-FC2A-0D74-9059DBDD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D0EDDF-D57B-7A8D-B906-12385C333FB9}"/>
              </a:ext>
            </a:extLst>
          </p:cNvPr>
          <p:cNvSpPr/>
          <p:nvPr/>
        </p:nvSpPr>
        <p:spPr>
          <a:xfrm>
            <a:off x="5716090" y="5385435"/>
            <a:ext cx="640080" cy="640080"/>
          </a:xfrm>
          <a:custGeom>
            <a:avLst/>
            <a:gdLst/>
            <a:ahLst/>
            <a:cxnLst/>
            <a:rect l="0" t="0" r="0" b="0"/>
            <a:pathLst>
              <a:path w="640080" h="640080">
                <a:moveTo>
                  <a:pt x="640080" y="320040"/>
                </a:moveTo>
                <a:cubicBezTo>
                  <a:pt x="640080" y="496793"/>
                  <a:pt x="496793" y="640080"/>
                  <a:pt x="320040" y="640080"/>
                </a:cubicBezTo>
                <a:cubicBezTo>
                  <a:pt x="143286" y="640080"/>
                  <a:pt x="0" y="496793"/>
                  <a:pt x="0" y="320040"/>
                </a:cubicBezTo>
                <a:cubicBezTo>
                  <a:pt x="0" y="143286"/>
                  <a:pt x="143286" y="0"/>
                  <a:pt x="320040" y="0"/>
                </a:cubicBezTo>
                <a:cubicBezTo>
                  <a:pt x="496793" y="0"/>
                  <a:pt x="640080" y="143286"/>
                  <a:pt x="640080" y="320040"/>
                </a:cubicBez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662EC00-FF7E-B784-C2C3-C358F7E2D2A3}"/>
              </a:ext>
            </a:extLst>
          </p:cNvPr>
          <p:cNvSpPr/>
          <p:nvPr/>
        </p:nvSpPr>
        <p:spPr>
          <a:xfrm>
            <a:off x="5716090" y="5385435"/>
            <a:ext cx="640080" cy="640080"/>
          </a:xfrm>
          <a:custGeom>
            <a:avLst/>
            <a:gdLst/>
            <a:ahLst/>
            <a:cxnLst/>
            <a:rect l="0" t="0" r="0" b="0"/>
            <a:pathLst>
              <a:path w="640080" h="640080">
                <a:moveTo>
                  <a:pt x="640080" y="320040"/>
                </a:moveTo>
                <a:cubicBezTo>
                  <a:pt x="640080" y="496793"/>
                  <a:pt x="496793" y="640080"/>
                  <a:pt x="320040" y="640080"/>
                </a:cubicBezTo>
                <a:cubicBezTo>
                  <a:pt x="143286" y="640080"/>
                  <a:pt x="0" y="496793"/>
                  <a:pt x="0" y="320040"/>
                </a:cubicBezTo>
                <a:cubicBezTo>
                  <a:pt x="0" y="143286"/>
                  <a:pt x="143286" y="0"/>
                  <a:pt x="320040" y="0"/>
                </a:cubicBezTo>
                <a:cubicBezTo>
                  <a:pt x="496793" y="0"/>
                  <a:pt x="640080" y="143286"/>
                  <a:pt x="640080" y="320040"/>
                </a:cubicBez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82F541-C1BE-27B1-6DAD-0D583FBF053F}"/>
              </a:ext>
            </a:extLst>
          </p:cNvPr>
          <p:cNvSpPr/>
          <p:nvPr/>
        </p:nvSpPr>
        <p:spPr>
          <a:xfrm>
            <a:off x="5718795" y="4129278"/>
            <a:ext cx="856114" cy="1073277"/>
          </a:xfrm>
          <a:custGeom>
            <a:avLst/>
            <a:gdLst/>
            <a:ahLst/>
            <a:cxnLst/>
            <a:rect l="0" t="0" r="0" b="0"/>
            <a:pathLst>
              <a:path w="856114" h="1073277">
                <a:moveTo>
                  <a:pt x="427139" y="0"/>
                </a:moveTo>
                <a:cubicBezTo>
                  <a:pt x="208734" y="196565"/>
                  <a:pt x="0" y="418269"/>
                  <a:pt x="0" y="811910"/>
                </a:cubicBezTo>
                <a:lnTo>
                  <a:pt x="0" y="1042797"/>
                </a:lnTo>
                <a:cubicBezTo>
                  <a:pt x="0" y="1059629"/>
                  <a:pt x="13647" y="1073277"/>
                  <a:pt x="30480" y="1073277"/>
                </a:cubicBezTo>
                <a:lnTo>
                  <a:pt x="611870" y="1073277"/>
                </a:lnTo>
                <a:cubicBezTo>
                  <a:pt x="628703" y="1073277"/>
                  <a:pt x="642350" y="1059629"/>
                  <a:pt x="642350" y="1042797"/>
                </a:cubicBezTo>
                <a:lnTo>
                  <a:pt x="642350" y="885794"/>
                </a:lnTo>
                <a:cubicBezTo>
                  <a:pt x="642350" y="676229"/>
                  <a:pt x="731984" y="527197"/>
                  <a:pt x="856114" y="394967"/>
                </a:cubicBezTo>
                <a:lnTo>
                  <a:pt x="706686" y="257388"/>
                </a:lnTo>
                <a:cubicBezTo>
                  <a:pt x="694250" y="245935"/>
                  <a:pt x="674872" y="246796"/>
                  <a:pt x="663496" y="259293"/>
                </a:cubicBezTo>
                <a:lnTo>
                  <a:pt x="654253" y="269450"/>
                </a:lnTo>
                <a:cubicBezTo>
                  <a:pt x="652424" y="271462"/>
                  <a:pt x="651830" y="274289"/>
                  <a:pt x="652523" y="276918"/>
                </a:cubicBezTo>
                <a:cubicBezTo>
                  <a:pt x="660250" y="305950"/>
                  <a:pt x="653521" y="338183"/>
                  <a:pt x="631797" y="362056"/>
                </a:cubicBezTo>
                <a:cubicBezTo>
                  <a:pt x="597811" y="399409"/>
                  <a:pt x="539976" y="402130"/>
                  <a:pt x="502630" y="368145"/>
                </a:cubicBezTo>
                <a:cubicBezTo>
                  <a:pt x="465277" y="334152"/>
                  <a:pt x="462549" y="276324"/>
                  <a:pt x="496542" y="238970"/>
                </a:cubicBezTo>
                <a:cubicBezTo>
                  <a:pt x="518259" y="215097"/>
                  <a:pt x="549722" y="205374"/>
                  <a:pt x="579348" y="210327"/>
                </a:cubicBezTo>
                <a:cubicBezTo>
                  <a:pt x="582030" y="210776"/>
                  <a:pt x="584789" y="209923"/>
                  <a:pt x="586625" y="207911"/>
                </a:cubicBezTo>
                <a:lnTo>
                  <a:pt x="596463" y="197091"/>
                </a:lnTo>
                <a:cubicBezTo>
                  <a:pt x="607748" y="184693"/>
                  <a:pt x="606902" y="165514"/>
                  <a:pt x="594565" y="154152"/>
                </a:cubicBezTo>
                <a:lnTo>
                  <a:pt x="427139" y="0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08974-AC81-4747-687E-533453F67A5B}"/>
              </a:ext>
            </a:extLst>
          </p:cNvPr>
          <p:cNvSpPr/>
          <p:nvPr/>
        </p:nvSpPr>
        <p:spPr>
          <a:xfrm>
            <a:off x="5718796" y="4129278"/>
            <a:ext cx="856115" cy="1073277"/>
          </a:xfrm>
          <a:custGeom>
            <a:avLst/>
            <a:gdLst/>
            <a:ahLst/>
            <a:cxnLst/>
            <a:rect l="0" t="0" r="0" b="0"/>
            <a:pathLst>
              <a:path w="856115" h="1073277">
                <a:moveTo>
                  <a:pt x="427140" y="0"/>
                </a:moveTo>
                <a:cubicBezTo>
                  <a:pt x="208731" y="196567"/>
                  <a:pt x="0" y="418270"/>
                  <a:pt x="0" y="811908"/>
                </a:cubicBezTo>
                <a:lnTo>
                  <a:pt x="0" y="1042797"/>
                </a:lnTo>
                <a:cubicBezTo>
                  <a:pt x="0" y="1059630"/>
                  <a:pt x="13646" y="1073277"/>
                  <a:pt x="30480" y="1073277"/>
                </a:cubicBezTo>
                <a:lnTo>
                  <a:pt x="611870" y="1073277"/>
                </a:lnTo>
                <a:cubicBezTo>
                  <a:pt x="628704" y="1073277"/>
                  <a:pt x="642350" y="1059630"/>
                  <a:pt x="642350" y="1042797"/>
                </a:cubicBezTo>
                <a:lnTo>
                  <a:pt x="642350" y="885793"/>
                </a:lnTo>
                <a:cubicBezTo>
                  <a:pt x="642350" y="676226"/>
                  <a:pt x="731984" y="527198"/>
                  <a:pt x="856115" y="394971"/>
                </a:cubicBezTo>
                <a:lnTo>
                  <a:pt x="706685" y="257386"/>
                </a:lnTo>
                <a:cubicBezTo>
                  <a:pt x="694250" y="245936"/>
                  <a:pt x="674872" y="246792"/>
                  <a:pt x="663497" y="259294"/>
                </a:cubicBezTo>
                <a:lnTo>
                  <a:pt x="654253" y="269452"/>
                </a:lnTo>
                <a:cubicBezTo>
                  <a:pt x="652422" y="271464"/>
                  <a:pt x="651827" y="274293"/>
                  <a:pt x="652526" y="276922"/>
                </a:cubicBezTo>
                <a:cubicBezTo>
                  <a:pt x="660248" y="305952"/>
                  <a:pt x="653520" y="338186"/>
                  <a:pt x="631800" y="362055"/>
                </a:cubicBezTo>
                <a:cubicBezTo>
                  <a:pt x="597810" y="399406"/>
                  <a:pt x="539978" y="402131"/>
                  <a:pt x="502627" y="368142"/>
                </a:cubicBezTo>
                <a:cubicBezTo>
                  <a:pt x="465277" y="334152"/>
                  <a:pt x="462552" y="276320"/>
                  <a:pt x="496541" y="238969"/>
                </a:cubicBezTo>
                <a:cubicBezTo>
                  <a:pt x="518262" y="215100"/>
                  <a:pt x="549721" y="205371"/>
                  <a:pt x="579349" y="210330"/>
                </a:cubicBezTo>
                <a:cubicBezTo>
                  <a:pt x="582032" y="210779"/>
                  <a:pt x="584793" y="209920"/>
                  <a:pt x="586624" y="207908"/>
                </a:cubicBezTo>
                <a:lnTo>
                  <a:pt x="596466" y="197093"/>
                </a:lnTo>
                <a:cubicBezTo>
                  <a:pt x="607749" y="184695"/>
                  <a:pt x="606900" y="165511"/>
                  <a:pt x="594568" y="154156"/>
                </a:cubicBezTo>
                <a:lnTo>
                  <a:pt x="427140" y="0"/>
                </a:ln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385546-7D35-F0AB-C441-130AE070799E}"/>
              </a:ext>
            </a:extLst>
          </p:cNvPr>
          <p:cNvSpPr/>
          <p:nvPr/>
        </p:nvSpPr>
        <p:spPr>
          <a:xfrm>
            <a:off x="6145935" y="3399212"/>
            <a:ext cx="1117815" cy="1132194"/>
          </a:xfrm>
          <a:custGeom>
            <a:avLst/>
            <a:gdLst/>
            <a:ahLst/>
            <a:cxnLst/>
            <a:rect l="0" t="0" r="0" b="0"/>
            <a:pathLst>
              <a:path w="1117815" h="1132194">
                <a:moveTo>
                  <a:pt x="204657" y="1092121"/>
                </a:moveTo>
                <a:cubicBezTo>
                  <a:pt x="170672" y="1129466"/>
                  <a:pt x="112836" y="1132194"/>
                  <a:pt x="75483" y="1098209"/>
                </a:cubicBezTo>
                <a:cubicBezTo>
                  <a:pt x="38138" y="1064216"/>
                  <a:pt x="35410" y="1006381"/>
                  <a:pt x="69402" y="969035"/>
                </a:cubicBezTo>
                <a:cubicBezTo>
                  <a:pt x="91119" y="945161"/>
                  <a:pt x="122582" y="935438"/>
                  <a:pt x="152209" y="940391"/>
                </a:cubicBezTo>
                <a:cubicBezTo>
                  <a:pt x="154891" y="940841"/>
                  <a:pt x="157650" y="939980"/>
                  <a:pt x="159486" y="937976"/>
                </a:cubicBezTo>
                <a:lnTo>
                  <a:pt x="169324" y="927155"/>
                </a:lnTo>
                <a:cubicBezTo>
                  <a:pt x="180609" y="914758"/>
                  <a:pt x="179763" y="895578"/>
                  <a:pt x="167426" y="884217"/>
                </a:cubicBezTo>
                <a:lnTo>
                  <a:pt x="0" y="730064"/>
                </a:lnTo>
                <a:cubicBezTo>
                  <a:pt x="199666" y="550362"/>
                  <a:pt x="407418" y="391675"/>
                  <a:pt x="471182" y="141831"/>
                </a:cubicBezTo>
                <a:lnTo>
                  <a:pt x="731154" y="207073"/>
                </a:lnTo>
                <a:cubicBezTo>
                  <a:pt x="747476" y="211173"/>
                  <a:pt x="764034" y="201267"/>
                  <a:pt x="768134" y="184937"/>
                </a:cubicBezTo>
                <a:lnTo>
                  <a:pt x="771654" y="170931"/>
                </a:lnTo>
                <a:cubicBezTo>
                  <a:pt x="772317" y="168295"/>
                  <a:pt x="771502" y="165521"/>
                  <a:pt x="769642" y="163532"/>
                </a:cubicBezTo>
                <a:cubicBezTo>
                  <a:pt x="749122" y="141594"/>
                  <a:pt x="739818" y="110009"/>
                  <a:pt x="747674" y="78706"/>
                </a:cubicBezTo>
                <a:cubicBezTo>
                  <a:pt x="759980" y="29733"/>
                  <a:pt x="809663" y="0"/>
                  <a:pt x="858636" y="12298"/>
                </a:cubicBezTo>
                <a:cubicBezTo>
                  <a:pt x="907618" y="24604"/>
                  <a:pt x="937351" y="74287"/>
                  <a:pt x="925045" y="123261"/>
                </a:cubicBezTo>
                <a:cubicBezTo>
                  <a:pt x="917181" y="154564"/>
                  <a:pt x="894054" y="178003"/>
                  <a:pt x="865601" y="187634"/>
                </a:cubicBezTo>
                <a:cubicBezTo>
                  <a:pt x="863025" y="188511"/>
                  <a:pt x="860999" y="190568"/>
                  <a:pt x="860336" y="193205"/>
                </a:cubicBezTo>
                <a:lnTo>
                  <a:pt x="856823" y="207187"/>
                </a:lnTo>
                <a:cubicBezTo>
                  <a:pt x="852723" y="223517"/>
                  <a:pt x="862637" y="240075"/>
                  <a:pt x="878967" y="244175"/>
                </a:cubicBezTo>
                <a:lnTo>
                  <a:pt x="1117815" y="304121"/>
                </a:lnTo>
                <a:cubicBezTo>
                  <a:pt x="996353" y="698677"/>
                  <a:pt x="655320" y="883927"/>
                  <a:pt x="428975" y="1125032"/>
                </a:cubicBezTo>
                <a:lnTo>
                  <a:pt x="279547" y="987452"/>
                </a:lnTo>
                <a:cubicBezTo>
                  <a:pt x="267111" y="976000"/>
                  <a:pt x="247733" y="976853"/>
                  <a:pt x="236357" y="989357"/>
                </a:cubicBezTo>
                <a:lnTo>
                  <a:pt x="227114" y="999515"/>
                </a:lnTo>
                <a:cubicBezTo>
                  <a:pt x="225285" y="1001527"/>
                  <a:pt x="224683" y="1004354"/>
                  <a:pt x="225384" y="1006982"/>
                </a:cubicBezTo>
                <a:cubicBezTo>
                  <a:pt x="233111" y="1036015"/>
                  <a:pt x="226382" y="1068247"/>
                  <a:pt x="204657" y="1092121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49B3C7-89C0-B125-223F-E7EBC2468125}"/>
              </a:ext>
            </a:extLst>
          </p:cNvPr>
          <p:cNvSpPr/>
          <p:nvPr/>
        </p:nvSpPr>
        <p:spPr>
          <a:xfrm>
            <a:off x="6145935" y="3399210"/>
            <a:ext cx="1117815" cy="1132196"/>
          </a:xfrm>
          <a:custGeom>
            <a:avLst/>
            <a:gdLst/>
            <a:ahLst/>
            <a:cxnLst/>
            <a:rect l="0" t="0" r="0" b="0"/>
            <a:pathLst>
              <a:path w="1117815" h="1132196">
                <a:moveTo>
                  <a:pt x="204659" y="1092121"/>
                </a:moveTo>
                <a:cubicBezTo>
                  <a:pt x="170669" y="1129471"/>
                  <a:pt x="112837" y="1132196"/>
                  <a:pt x="75486" y="1098207"/>
                </a:cubicBezTo>
                <a:cubicBezTo>
                  <a:pt x="38136" y="1064217"/>
                  <a:pt x="35411" y="1006385"/>
                  <a:pt x="69401" y="969034"/>
                </a:cubicBezTo>
                <a:cubicBezTo>
                  <a:pt x="91122" y="945165"/>
                  <a:pt x="122581" y="935437"/>
                  <a:pt x="152208" y="940395"/>
                </a:cubicBezTo>
                <a:cubicBezTo>
                  <a:pt x="154891" y="940844"/>
                  <a:pt x="157652" y="939985"/>
                  <a:pt x="159483" y="937973"/>
                </a:cubicBezTo>
                <a:lnTo>
                  <a:pt x="169325" y="927158"/>
                </a:lnTo>
                <a:cubicBezTo>
                  <a:pt x="180608" y="914760"/>
                  <a:pt x="179760" y="895577"/>
                  <a:pt x="167428" y="884221"/>
                </a:cubicBezTo>
                <a:lnTo>
                  <a:pt x="0" y="730065"/>
                </a:lnTo>
                <a:cubicBezTo>
                  <a:pt x="199665" y="550366"/>
                  <a:pt x="407418" y="391674"/>
                  <a:pt x="471180" y="141831"/>
                </a:cubicBezTo>
                <a:lnTo>
                  <a:pt x="731151" y="207078"/>
                </a:lnTo>
                <a:cubicBezTo>
                  <a:pt x="747477" y="211176"/>
                  <a:pt x="764033" y="201265"/>
                  <a:pt x="768133" y="184941"/>
                </a:cubicBezTo>
                <a:lnTo>
                  <a:pt x="771652" y="170933"/>
                </a:lnTo>
                <a:cubicBezTo>
                  <a:pt x="772315" y="168295"/>
                  <a:pt x="771502" y="165520"/>
                  <a:pt x="769643" y="163533"/>
                </a:cubicBezTo>
                <a:cubicBezTo>
                  <a:pt x="749119" y="141598"/>
                  <a:pt x="739814" y="110012"/>
                  <a:pt x="747677" y="78711"/>
                </a:cubicBezTo>
                <a:cubicBezTo>
                  <a:pt x="759979" y="29732"/>
                  <a:pt x="809659" y="0"/>
                  <a:pt x="858638" y="12303"/>
                </a:cubicBezTo>
                <a:cubicBezTo>
                  <a:pt x="907618" y="24606"/>
                  <a:pt x="937349" y="74285"/>
                  <a:pt x="925046" y="123264"/>
                </a:cubicBezTo>
                <a:cubicBezTo>
                  <a:pt x="917184" y="154565"/>
                  <a:pt x="894057" y="178006"/>
                  <a:pt x="865603" y="187637"/>
                </a:cubicBezTo>
                <a:cubicBezTo>
                  <a:pt x="863027" y="188510"/>
                  <a:pt x="860999" y="190571"/>
                  <a:pt x="860337" y="193209"/>
                </a:cubicBezTo>
                <a:lnTo>
                  <a:pt x="856825" y="207189"/>
                </a:lnTo>
                <a:cubicBezTo>
                  <a:pt x="852724" y="223518"/>
                  <a:pt x="862638" y="240079"/>
                  <a:pt x="878967" y="244177"/>
                </a:cubicBezTo>
                <a:lnTo>
                  <a:pt x="1117815" y="304124"/>
                </a:lnTo>
                <a:cubicBezTo>
                  <a:pt x="996356" y="698681"/>
                  <a:pt x="655317" y="883929"/>
                  <a:pt x="428975" y="1125036"/>
                </a:cubicBezTo>
                <a:lnTo>
                  <a:pt x="279545" y="987451"/>
                </a:lnTo>
                <a:cubicBezTo>
                  <a:pt x="267109" y="976001"/>
                  <a:pt x="247733" y="976858"/>
                  <a:pt x="236356" y="989360"/>
                </a:cubicBezTo>
                <a:lnTo>
                  <a:pt x="227112" y="999517"/>
                </a:lnTo>
                <a:cubicBezTo>
                  <a:pt x="225282" y="1001529"/>
                  <a:pt x="224687" y="1004358"/>
                  <a:pt x="225385" y="1006987"/>
                </a:cubicBezTo>
                <a:cubicBezTo>
                  <a:pt x="233107" y="1036017"/>
                  <a:pt x="226381" y="1068251"/>
                  <a:pt x="204659" y="1092121"/>
                </a:cubicBez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129F8B-31DD-324E-51E4-41D93FE7EA4F}"/>
              </a:ext>
            </a:extLst>
          </p:cNvPr>
          <p:cNvSpPr/>
          <p:nvPr/>
        </p:nvSpPr>
        <p:spPr>
          <a:xfrm>
            <a:off x="6448860" y="2432692"/>
            <a:ext cx="859795" cy="1270650"/>
          </a:xfrm>
          <a:custGeom>
            <a:avLst/>
            <a:gdLst/>
            <a:ahLst/>
            <a:cxnLst/>
            <a:rect l="0" t="0" r="0" b="0"/>
            <a:pathLst>
              <a:path w="859795" h="1270650">
                <a:moveTo>
                  <a:pt x="188008" y="946411"/>
                </a:moveTo>
                <a:cubicBezTo>
                  <a:pt x="188008" y="1004643"/>
                  <a:pt x="181020" y="1058326"/>
                  <a:pt x="168249" y="1108351"/>
                </a:cubicBezTo>
                <a:lnTo>
                  <a:pt x="428221" y="1173601"/>
                </a:lnTo>
                <a:cubicBezTo>
                  <a:pt x="444550" y="1177701"/>
                  <a:pt x="461101" y="1167787"/>
                  <a:pt x="465200" y="1151465"/>
                </a:cubicBezTo>
                <a:lnTo>
                  <a:pt x="468721" y="1137460"/>
                </a:lnTo>
                <a:cubicBezTo>
                  <a:pt x="469384" y="1134816"/>
                  <a:pt x="468569" y="1132042"/>
                  <a:pt x="466709" y="1130053"/>
                </a:cubicBezTo>
                <a:cubicBezTo>
                  <a:pt x="446189" y="1108123"/>
                  <a:pt x="436885" y="1076538"/>
                  <a:pt x="444748" y="1045235"/>
                </a:cubicBezTo>
                <a:cubicBezTo>
                  <a:pt x="457047" y="996254"/>
                  <a:pt x="506730" y="966520"/>
                  <a:pt x="555711" y="978827"/>
                </a:cubicBezTo>
                <a:cubicBezTo>
                  <a:pt x="604685" y="991133"/>
                  <a:pt x="634418" y="1040808"/>
                  <a:pt x="622119" y="1089789"/>
                </a:cubicBezTo>
                <a:cubicBezTo>
                  <a:pt x="614255" y="1121092"/>
                  <a:pt x="591129" y="1144531"/>
                  <a:pt x="562676" y="1154163"/>
                </a:cubicBezTo>
                <a:cubicBezTo>
                  <a:pt x="560100" y="1155031"/>
                  <a:pt x="558073" y="1157097"/>
                  <a:pt x="557402" y="1159733"/>
                </a:cubicBezTo>
                <a:lnTo>
                  <a:pt x="553897" y="1173716"/>
                </a:lnTo>
                <a:cubicBezTo>
                  <a:pt x="549790" y="1190038"/>
                  <a:pt x="559704" y="1206604"/>
                  <a:pt x="576033" y="1210703"/>
                </a:cubicBezTo>
                <a:lnTo>
                  <a:pt x="814882" y="1270650"/>
                </a:lnTo>
                <a:cubicBezTo>
                  <a:pt x="843389" y="1178059"/>
                  <a:pt x="859795" y="1073955"/>
                  <a:pt x="859795" y="954892"/>
                </a:cubicBezTo>
                <a:cubicBezTo>
                  <a:pt x="859795" y="535129"/>
                  <a:pt x="668213" y="189143"/>
                  <a:pt x="320725" y="0"/>
                </a:cubicBezTo>
                <a:lnTo>
                  <a:pt x="202387" y="191094"/>
                </a:lnTo>
                <a:cubicBezTo>
                  <a:pt x="193517" y="205404"/>
                  <a:pt x="197937" y="224195"/>
                  <a:pt x="212247" y="233057"/>
                </a:cubicBezTo>
                <a:lnTo>
                  <a:pt x="224492" y="240639"/>
                </a:lnTo>
                <a:cubicBezTo>
                  <a:pt x="226809" y="242072"/>
                  <a:pt x="229697" y="242140"/>
                  <a:pt x="232158" y="240974"/>
                </a:cubicBezTo>
                <a:cubicBezTo>
                  <a:pt x="259285" y="228074"/>
                  <a:pt x="292204" y="228790"/>
                  <a:pt x="319643" y="245783"/>
                </a:cubicBezTo>
                <a:cubicBezTo>
                  <a:pt x="362582" y="272369"/>
                  <a:pt x="375833" y="328726"/>
                  <a:pt x="349247" y="371665"/>
                </a:cubicBezTo>
                <a:cubicBezTo>
                  <a:pt x="322661" y="414596"/>
                  <a:pt x="266303" y="427855"/>
                  <a:pt x="223365" y="401269"/>
                </a:cubicBezTo>
                <a:cubicBezTo>
                  <a:pt x="195925" y="384276"/>
                  <a:pt x="180609" y="355122"/>
                  <a:pt x="180068" y="325092"/>
                </a:cubicBezTo>
                <a:cubicBezTo>
                  <a:pt x="180022" y="322371"/>
                  <a:pt x="178673" y="319811"/>
                  <a:pt x="176357" y="318386"/>
                </a:cubicBezTo>
                <a:lnTo>
                  <a:pt x="164104" y="310796"/>
                </a:lnTo>
                <a:cubicBezTo>
                  <a:pt x="149793" y="301934"/>
                  <a:pt x="131010" y="306346"/>
                  <a:pt x="122140" y="320664"/>
                </a:cubicBezTo>
                <a:lnTo>
                  <a:pt x="0" y="517893"/>
                </a:lnTo>
                <a:cubicBezTo>
                  <a:pt x="123703" y="614492"/>
                  <a:pt x="188008" y="766770"/>
                  <a:pt x="188008" y="946411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787D5F-8144-B5DE-7F3C-7D68D4BF24CB}"/>
              </a:ext>
            </a:extLst>
          </p:cNvPr>
          <p:cNvSpPr/>
          <p:nvPr/>
        </p:nvSpPr>
        <p:spPr>
          <a:xfrm>
            <a:off x="6448860" y="2432693"/>
            <a:ext cx="859795" cy="1270647"/>
          </a:xfrm>
          <a:custGeom>
            <a:avLst/>
            <a:gdLst/>
            <a:ahLst/>
            <a:cxnLst/>
            <a:rect l="0" t="0" r="0" b="0"/>
            <a:pathLst>
              <a:path w="859795" h="1270647">
                <a:moveTo>
                  <a:pt x="188011" y="946407"/>
                </a:moveTo>
                <a:cubicBezTo>
                  <a:pt x="188011" y="1004645"/>
                  <a:pt x="181017" y="1058327"/>
                  <a:pt x="168249" y="1108354"/>
                </a:cubicBezTo>
                <a:lnTo>
                  <a:pt x="428221" y="1173602"/>
                </a:lnTo>
                <a:cubicBezTo>
                  <a:pt x="444546" y="1177699"/>
                  <a:pt x="461102" y="1167789"/>
                  <a:pt x="465203" y="1151465"/>
                </a:cubicBezTo>
                <a:lnTo>
                  <a:pt x="468722" y="1137456"/>
                </a:lnTo>
                <a:cubicBezTo>
                  <a:pt x="469385" y="1134818"/>
                  <a:pt x="468572" y="1132043"/>
                  <a:pt x="466713" y="1130057"/>
                </a:cubicBezTo>
                <a:cubicBezTo>
                  <a:pt x="446189" y="1108122"/>
                  <a:pt x="436884" y="1076536"/>
                  <a:pt x="444746" y="1045234"/>
                </a:cubicBezTo>
                <a:cubicBezTo>
                  <a:pt x="457049" y="996255"/>
                  <a:pt x="506729" y="966523"/>
                  <a:pt x="555708" y="978826"/>
                </a:cubicBezTo>
                <a:cubicBezTo>
                  <a:pt x="604688" y="991129"/>
                  <a:pt x="634419" y="1040808"/>
                  <a:pt x="622116" y="1089788"/>
                </a:cubicBezTo>
                <a:cubicBezTo>
                  <a:pt x="614254" y="1121089"/>
                  <a:pt x="591127" y="1144529"/>
                  <a:pt x="562673" y="1154161"/>
                </a:cubicBezTo>
                <a:cubicBezTo>
                  <a:pt x="560097" y="1155033"/>
                  <a:pt x="558069" y="1157094"/>
                  <a:pt x="557406" y="1159733"/>
                </a:cubicBezTo>
                <a:lnTo>
                  <a:pt x="553895" y="1173712"/>
                </a:lnTo>
                <a:cubicBezTo>
                  <a:pt x="549794" y="1190041"/>
                  <a:pt x="559708" y="1206602"/>
                  <a:pt x="576037" y="1210701"/>
                </a:cubicBezTo>
                <a:lnTo>
                  <a:pt x="814885" y="1270647"/>
                </a:lnTo>
                <a:cubicBezTo>
                  <a:pt x="843386" y="1178061"/>
                  <a:pt x="859795" y="1073951"/>
                  <a:pt x="859795" y="954889"/>
                </a:cubicBezTo>
                <a:cubicBezTo>
                  <a:pt x="859795" y="535130"/>
                  <a:pt x="668209" y="189147"/>
                  <a:pt x="320727" y="0"/>
                </a:cubicBezTo>
                <a:lnTo>
                  <a:pt x="202384" y="191095"/>
                </a:lnTo>
                <a:cubicBezTo>
                  <a:pt x="193520" y="205407"/>
                  <a:pt x="197938" y="224194"/>
                  <a:pt x="212251" y="233056"/>
                </a:cubicBezTo>
                <a:lnTo>
                  <a:pt x="224496" y="240639"/>
                </a:lnTo>
                <a:cubicBezTo>
                  <a:pt x="226809" y="242071"/>
                  <a:pt x="229699" y="242139"/>
                  <a:pt x="232156" y="240971"/>
                </a:cubicBezTo>
                <a:cubicBezTo>
                  <a:pt x="259284" y="228071"/>
                  <a:pt x="292205" y="228790"/>
                  <a:pt x="319644" y="245780"/>
                </a:cubicBezTo>
                <a:cubicBezTo>
                  <a:pt x="362580" y="272366"/>
                  <a:pt x="375835" y="328726"/>
                  <a:pt x="349248" y="371661"/>
                </a:cubicBezTo>
                <a:cubicBezTo>
                  <a:pt x="322662" y="414598"/>
                  <a:pt x="266303" y="427852"/>
                  <a:pt x="223367" y="401266"/>
                </a:cubicBezTo>
                <a:cubicBezTo>
                  <a:pt x="195928" y="384275"/>
                  <a:pt x="180611" y="355126"/>
                  <a:pt x="180068" y="325091"/>
                </a:cubicBezTo>
                <a:cubicBezTo>
                  <a:pt x="180019" y="322371"/>
                  <a:pt x="178670" y="319814"/>
                  <a:pt x="176358" y="318382"/>
                </a:cubicBezTo>
                <a:lnTo>
                  <a:pt x="164104" y="310795"/>
                </a:lnTo>
                <a:cubicBezTo>
                  <a:pt x="149793" y="301933"/>
                  <a:pt x="131007" y="306350"/>
                  <a:pt x="122144" y="320661"/>
                </a:cubicBezTo>
                <a:lnTo>
                  <a:pt x="0" y="517895"/>
                </a:lnTo>
                <a:cubicBezTo>
                  <a:pt x="123702" y="614488"/>
                  <a:pt x="188011" y="766770"/>
                  <a:pt x="188011" y="946407"/>
                </a:cubicBez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274D065-EB6D-7506-4A32-752C1ABBE684}"/>
              </a:ext>
            </a:extLst>
          </p:cNvPr>
          <p:cNvSpPr/>
          <p:nvPr/>
        </p:nvSpPr>
        <p:spPr>
          <a:xfrm>
            <a:off x="5381763" y="2276475"/>
            <a:ext cx="1442961" cy="674110"/>
          </a:xfrm>
          <a:custGeom>
            <a:avLst/>
            <a:gdLst/>
            <a:ahLst/>
            <a:cxnLst/>
            <a:rect l="0" t="0" r="0" b="0"/>
            <a:pathLst>
              <a:path w="1442961" h="674110">
                <a:moveTo>
                  <a:pt x="1290492" y="557479"/>
                </a:moveTo>
                <a:cubicBezTo>
                  <a:pt x="1333431" y="584065"/>
                  <a:pt x="1389788" y="570814"/>
                  <a:pt x="1416375" y="527875"/>
                </a:cubicBezTo>
                <a:cubicBezTo>
                  <a:pt x="1442961" y="484936"/>
                  <a:pt x="1429702" y="428579"/>
                  <a:pt x="1386771" y="401993"/>
                </a:cubicBezTo>
                <a:cubicBezTo>
                  <a:pt x="1359331" y="385008"/>
                  <a:pt x="1326413" y="384284"/>
                  <a:pt x="1299278" y="397184"/>
                </a:cubicBezTo>
                <a:cubicBezTo>
                  <a:pt x="1296824" y="398350"/>
                  <a:pt x="1293936" y="398282"/>
                  <a:pt x="1291620" y="396857"/>
                </a:cubicBezTo>
                <a:lnTo>
                  <a:pt x="1279375" y="389267"/>
                </a:lnTo>
                <a:cubicBezTo>
                  <a:pt x="1265064" y="380405"/>
                  <a:pt x="1260645" y="361622"/>
                  <a:pt x="1269507" y="347311"/>
                </a:cubicBezTo>
                <a:lnTo>
                  <a:pt x="1387853" y="156210"/>
                </a:lnTo>
                <a:cubicBezTo>
                  <a:pt x="1204059" y="56167"/>
                  <a:pt x="976647" y="0"/>
                  <a:pt x="710907" y="0"/>
                </a:cubicBezTo>
                <a:cubicBezTo>
                  <a:pt x="462168" y="0"/>
                  <a:pt x="242148" y="48783"/>
                  <a:pt x="58635" y="143522"/>
                </a:cubicBezTo>
                <a:lnTo>
                  <a:pt x="172577" y="322295"/>
                </a:lnTo>
                <a:cubicBezTo>
                  <a:pt x="181622" y="336491"/>
                  <a:pt x="177446" y="355343"/>
                  <a:pt x="163243" y="364388"/>
                </a:cubicBezTo>
                <a:lnTo>
                  <a:pt x="150228" y="372671"/>
                </a:lnTo>
                <a:cubicBezTo>
                  <a:pt x="147934" y="374126"/>
                  <a:pt x="145046" y="374233"/>
                  <a:pt x="142570" y="373098"/>
                </a:cubicBezTo>
                <a:cubicBezTo>
                  <a:pt x="115282" y="360532"/>
                  <a:pt x="82379" y="361668"/>
                  <a:pt x="55153" y="378995"/>
                </a:cubicBezTo>
                <a:cubicBezTo>
                  <a:pt x="12550" y="406115"/>
                  <a:pt x="0" y="462633"/>
                  <a:pt x="27111" y="505236"/>
                </a:cubicBezTo>
                <a:cubicBezTo>
                  <a:pt x="54231" y="547839"/>
                  <a:pt x="110756" y="560390"/>
                  <a:pt x="153352" y="533270"/>
                </a:cubicBezTo>
                <a:cubicBezTo>
                  <a:pt x="180578" y="515942"/>
                  <a:pt x="195536" y="486597"/>
                  <a:pt x="195704" y="456559"/>
                </a:cubicBezTo>
                <a:cubicBezTo>
                  <a:pt x="195719" y="453839"/>
                  <a:pt x="197037" y="451271"/>
                  <a:pt x="199331" y="449808"/>
                </a:cubicBezTo>
                <a:lnTo>
                  <a:pt x="212392" y="441495"/>
                </a:lnTo>
                <a:cubicBezTo>
                  <a:pt x="226580" y="432457"/>
                  <a:pt x="245409" y="436633"/>
                  <a:pt x="254454" y="450822"/>
                </a:cubicBezTo>
                <a:lnTo>
                  <a:pt x="378691" y="645680"/>
                </a:lnTo>
                <a:cubicBezTo>
                  <a:pt x="465338" y="591776"/>
                  <a:pt x="572825" y="562622"/>
                  <a:pt x="702403" y="562622"/>
                </a:cubicBezTo>
                <a:cubicBezTo>
                  <a:pt x="854453" y="562622"/>
                  <a:pt x="976670" y="603473"/>
                  <a:pt x="1067127" y="674110"/>
                </a:cubicBezTo>
                <a:lnTo>
                  <a:pt x="1189268" y="476874"/>
                </a:lnTo>
                <a:cubicBezTo>
                  <a:pt x="1198130" y="462564"/>
                  <a:pt x="1216914" y="458144"/>
                  <a:pt x="1231231" y="467006"/>
                </a:cubicBezTo>
                <a:lnTo>
                  <a:pt x="1243484" y="474596"/>
                </a:lnTo>
                <a:cubicBezTo>
                  <a:pt x="1245793" y="476029"/>
                  <a:pt x="1247142" y="478589"/>
                  <a:pt x="1247195" y="481302"/>
                </a:cubicBezTo>
                <a:cubicBezTo>
                  <a:pt x="1247736" y="511340"/>
                  <a:pt x="1263053" y="540486"/>
                  <a:pt x="1290492" y="557479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A3FF81-2AA7-9607-177A-803F3D26048B}"/>
              </a:ext>
            </a:extLst>
          </p:cNvPr>
          <p:cNvSpPr/>
          <p:nvPr/>
        </p:nvSpPr>
        <p:spPr>
          <a:xfrm>
            <a:off x="5381759" y="2276476"/>
            <a:ext cx="1442962" cy="674109"/>
          </a:xfrm>
          <a:custGeom>
            <a:avLst/>
            <a:gdLst/>
            <a:ahLst/>
            <a:cxnLst/>
            <a:rect l="0" t="0" r="0" b="0"/>
            <a:pathLst>
              <a:path w="1442962" h="674109">
                <a:moveTo>
                  <a:pt x="1290495" y="557479"/>
                </a:moveTo>
                <a:cubicBezTo>
                  <a:pt x="1333431" y="584066"/>
                  <a:pt x="1389790" y="570811"/>
                  <a:pt x="1416376" y="527876"/>
                </a:cubicBezTo>
                <a:cubicBezTo>
                  <a:pt x="1442962" y="484939"/>
                  <a:pt x="1429708" y="428580"/>
                  <a:pt x="1386772" y="401994"/>
                </a:cubicBezTo>
                <a:cubicBezTo>
                  <a:pt x="1359334" y="385004"/>
                  <a:pt x="1326413" y="384284"/>
                  <a:pt x="1299283" y="397184"/>
                </a:cubicBezTo>
                <a:cubicBezTo>
                  <a:pt x="1296827" y="398353"/>
                  <a:pt x="1293936" y="398285"/>
                  <a:pt x="1291624" y="396853"/>
                </a:cubicBezTo>
                <a:lnTo>
                  <a:pt x="1279378" y="389271"/>
                </a:lnTo>
                <a:cubicBezTo>
                  <a:pt x="1265066" y="380408"/>
                  <a:pt x="1260648" y="361621"/>
                  <a:pt x="1269511" y="347308"/>
                </a:cubicBezTo>
                <a:lnTo>
                  <a:pt x="1387854" y="156213"/>
                </a:lnTo>
                <a:cubicBezTo>
                  <a:pt x="1204060" y="56168"/>
                  <a:pt x="976651" y="0"/>
                  <a:pt x="710908" y="0"/>
                </a:cubicBezTo>
                <a:cubicBezTo>
                  <a:pt x="462171" y="0"/>
                  <a:pt x="242150" y="48786"/>
                  <a:pt x="58637" y="143524"/>
                </a:cubicBezTo>
                <a:lnTo>
                  <a:pt x="172577" y="322292"/>
                </a:lnTo>
                <a:cubicBezTo>
                  <a:pt x="181629" y="336493"/>
                  <a:pt x="177448" y="355344"/>
                  <a:pt x="163242" y="364387"/>
                </a:cubicBezTo>
                <a:lnTo>
                  <a:pt x="150230" y="372669"/>
                </a:lnTo>
                <a:cubicBezTo>
                  <a:pt x="147936" y="374130"/>
                  <a:pt x="145046" y="374234"/>
                  <a:pt x="142575" y="373096"/>
                </a:cubicBezTo>
                <a:cubicBezTo>
                  <a:pt x="115288" y="360534"/>
                  <a:pt x="82379" y="361664"/>
                  <a:pt x="55153" y="378994"/>
                </a:cubicBezTo>
                <a:cubicBezTo>
                  <a:pt x="12551" y="406112"/>
                  <a:pt x="0" y="462632"/>
                  <a:pt x="27118" y="505234"/>
                </a:cubicBezTo>
                <a:cubicBezTo>
                  <a:pt x="54236" y="547836"/>
                  <a:pt x="110756" y="560388"/>
                  <a:pt x="153358" y="533269"/>
                </a:cubicBezTo>
                <a:cubicBezTo>
                  <a:pt x="180584" y="515939"/>
                  <a:pt x="195536" y="486601"/>
                  <a:pt x="195705" y="456562"/>
                </a:cubicBezTo>
                <a:cubicBezTo>
                  <a:pt x="195721" y="453842"/>
                  <a:pt x="197038" y="451268"/>
                  <a:pt x="199333" y="449807"/>
                </a:cubicBezTo>
                <a:lnTo>
                  <a:pt x="212391" y="441495"/>
                </a:lnTo>
                <a:cubicBezTo>
                  <a:pt x="226585" y="432460"/>
                  <a:pt x="245415" y="436635"/>
                  <a:pt x="254459" y="450822"/>
                </a:cubicBezTo>
                <a:lnTo>
                  <a:pt x="378695" y="645683"/>
                </a:lnTo>
                <a:cubicBezTo>
                  <a:pt x="465339" y="591780"/>
                  <a:pt x="572831" y="562619"/>
                  <a:pt x="702404" y="562619"/>
                </a:cubicBezTo>
                <a:cubicBezTo>
                  <a:pt x="854456" y="562619"/>
                  <a:pt x="976671" y="603475"/>
                  <a:pt x="1067127" y="674109"/>
                </a:cubicBezTo>
                <a:lnTo>
                  <a:pt x="1189272" y="476875"/>
                </a:lnTo>
                <a:cubicBezTo>
                  <a:pt x="1198135" y="462564"/>
                  <a:pt x="1216920" y="458147"/>
                  <a:pt x="1231231" y="467009"/>
                </a:cubicBezTo>
                <a:lnTo>
                  <a:pt x="1243485" y="474596"/>
                </a:lnTo>
                <a:cubicBezTo>
                  <a:pt x="1245798" y="476028"/>
                  <a:pt x="1247147" y="478586"/>
                  <a:pt x="1247196" y="481305"/>
                </a:cubicBezTo>
                <a:cubicBezTo>
                  <a:pt x="1247739" y="511340"/>
                  <a:pt x="1263056" y="540489"/>
                  <a:pt x="1290495" y="557479"/>
                </a:cubicBez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264A73-FE2B-8739-680C-7992C029DDD5}"/>
              </a:ext>
            </a:extLst>
          </p:cNvPr>
          <p:cNvSpPr/>
          <p:nvPr/>
        </p:nvSpPr>
        <p:spPr>
          <a:xfrm>
            <a:off x="4840117" y="2419998"/>
            <a:ext cx="920320" cy="1094803"/>
          </a:xfrm>
          <a:custGeom>
            <a:avLst/>
            <a:gdLst/>
            <a:ahLst/>
            <a:cxnLst/>
            <a:rect l="0" t="0" r="0" b="0"/>
            <a:pathLst>
              <a:path w="920320" h="1094803">
                <a:moveTo>
                  <a:pt x="693" y="1063470"/>
                </a:moveTo>
                <a:cubicBezTo>
                  <a:pt x="0" y="1080584"/>
                  <a:pt x="13784" y="1094803"/>
                  <a:pt x="30914" y="1094803"/>
                </a:cubicBezTo>
                <a:lnTo>
                  <a:pt x="611436" y="1094803"/>
                </a:lnTo>
                <a:cubicBezTo>
                  <a:pt x="627613" y="1094803"/>
                  <a:pt x="640941" y="1082139"/>
                  <a:pt x="642160" y="1066007"/>
                </a:cubicBezTo>
                <a:cubicBezTo>
                  <a:pt x="661903" y="805967"/>
                  <a:pt x="751575" y="607138"/>
                  <a:pt x="920320" y="502157"/>
                </a:cubicBezTo>
                <a:lnTo>
                  <a:pt x="796084" y="307299"/>
                </a:lnTo>
                <a:cubicBezTo>
                  <a:pt x="787039" y="293110"/>
                  <a:pt x="768210" y="288935"/>
                  <a:pt x="754021" y="297972"/>
                </a:cubicBezTo>
                <a:lnTo>
                  <a:pt x="737250" y="308640"/>
                </a:lnTo>
                <a:cubicBezTo>
                  <a:pt x="738591" y="340187"/>
                  <a:pt x="723541" y="371574"/>
                  <a:pt x="694989" y="389747"/>
                </a:cubicBezTo>
                <a:cubicBezTo>
                  <a:pt x="652386" y="416867"/>
                  <a:pt x="595861" y="404309"/>
                  <a:pt x="568749" y="361706"/>
                </a:cubicBezTo>
                <a:cubicBezTo>
                  <a:pt x="541629" y="319110"/>
                  <a:pt x="554179" y="262585"/>
                  <a:pt x="596783" y="235473"/>
                </a:cubicBezTo>
                <a:cubicBezTo>
                  <a:pt x="625335" y="217291"/>
                  <a:pt x="660135" y="216941"/>
                  <a:pt x="688154" y="231503"/>
                </a:cubicBezTo>
                <a:cubicBezTo>
                  <a:pt x="688154" y="231503"/>
                  <a:pt x="695507" y="226824"/>
                  <a:pt x="704880" y="220858"/>
                </a:cubicBezTo>
                <a:cubicBezTo>
                  <a:pt x="719091" y="211813"/>
                  <a:pt x="723282" y="192976"/>
                  <a:pt x="714230" y="178772"/>
                </a:cubicBezTo>
                <a:cubicBezTo>
                  <a:pt x="664303" y="100454"/>
                  <a:pt x="600265" y="0"/>
                  <a:pt x="600265" y="0"/>
                </a:cubicBezTo>
                <a:cubicBezTo>
                  <a:pt x="240997" y="185470"/>
                  <a:pt x="21656" y="547047"/>
                  <a:pt x="693" y="1063470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3DCAAB4-9DE7-8F4C-F3EF-2769B52CB3EA}"/>
              </a:ext>
            </a:extLst>
          </p:cNvPr>
          <p:cNvSpPr/>
          <p:nvPr/>
        </p:nvSpPr>
        <p:spPr>
          <a:xfrm>
            <a:off x="4840119" y="2419998"/>
            <a:ext cx="920323" cy="1094805"/>
          </a:xfrm>
          <a:custGeom>
            <a:avLst/>
            <a:gdLst/>
            <a:ahLst/>
            <a:cxnLst/>
            <a:rect l="0" t="0" r="0" b="0"/>
            <a:pathLst>
              <a:path w="920323" h="1094805">
                <a:moveTo>
                  <a:pt x="694" y="1063471"/>
                </a:moveTo>
                <a:cubicBezTo>
                  <a:pt x="0" y="1080586"/>
                  <a:pt x="13787" y="1094805"/>
                  <a:pt x="30917" y="1094805"/>
                </a:cubicBezTo>
                <a:lnTo>
                  <a:pt x="611436" y="1094805"/>
                </a:lnTo>
                <a:cubicBezTo>
                  <a:pt x="627615" y="1094805"/>
                  <a:pt x="640938" y="1082139"/>
                  <a:pt x="642163" y="1066005"/>
                </a:cubicBezTo>
                <a:cubicBezTo>
                  <a:pt x="661900" y="805970"/>
                  <a:pt x="751575" y="607141"/>
                  <a:pt x="920323" y="502160"/>
                </a:cubicBezTo>
                <a:lnTo>
                  <a:pt x="796087" y="307297"/>
                </a:lnTo>
                <a:cubicBezTo>
                  <a:pt x="787042" y="293110"/>
                  <a:pt x="768212" y="288935"/>
                  <a:pt x="754019" y="297970"/>
                </a:cubicBezTo>
                <a:lnTo>
                  <a:pt x="737253" y="308643"/>
                </a:lnTo>
                <a:cubicBezTo>
                  <a:pt x="738592" y="340190"/>
                  <a:pt x="723538" y="371571"/>
                  <a:pt x="694985" y="389746"/>
                </a:cubicBezTo>
                <a:cubicBezTo>
                  <a:pt x="652384" y="416864"/>
                  <a:pt x="595864" y="404312"/>
                  <a:pt x="568746" y="361709"/>
                </a:cubicBezTo>
                <a:cubicBezTo>
                  <a:pt x="541627" y="319108"/>
                  <a:pt x="554179" y="262589"/>
                  <a:pt x="596781" y="235470"/>
                </a:cubicBezTo>
                <a:cubicBezTo>
                  <a:pt x="625333" y="217295"/>
                  <a:pt x="660136" y="216939"/>
                  <a:pt x="688150" y="231506"/>
                </a:cubicBezTo>
                <a:cubicBezTo>
                  <a:pt x="688150" y="231506"/>
                  <a:pt x="695504" y="226824"/>
                  <a:pt x="704882" y="220855"/>
                </a:cubicBezTo>
                <a:cubicBezTo>
                  <a:pt x="719089" y="211811"/>
                  <a:pt x="723280" y="192976"/>
                  <a:pt x="714228" y="178775"/>
                </a:cubicBezTo>
                <a:cubicBezTo>
                  <a:pt x="664306" y="100452"/>
                  <a:pt x="600265" y="0"/>
                  <a:pt x="600265" y="0"/>
                </a:cubicBezTo>
                <a:cubicBezTo>
                  <a:pt x="241000" y="185468"/>
                  <a:pt x="21656" y="547051"/>
                  <a:pt x="694" y="1063471"/>
                </a:cubicBezTo>
                <a:close/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72FBE8-007B-46EF-4F8E-9F0299D85880}"/>
              </a:ext>
            </a:extLst>
          </p:cNvPr>
          <p:cNvSpPr/>
          <p:nvPr/>
        </p:nvSpPr>
        <p:spPr>
          <a:xfrm>
            <a:off x="5970940" y="4655874"/>
            <a:ext cx="221802" cy="270349"/>
          </a:xfrm>
          <a:custGeom>
            <a:avLst/>
            <a:gdLst/>
            <a:ahLst/>
            <a:cxnLst/>
            <a:rect l="0" t="0" r="0" b="0"/>
            <a:pathLst>
              <a:path w="221802" h="270349">
                <a:moveTo>
                  <a:pt x="175099" y="6918"/>
                </a:moveTo>
                <a:cubicBezTo>
                  <a:pt x="174315" y="2903"/>
                  <a:pt x="170787" y="0"/>
                  <a:pt x="166687" y="0"/>
                </a:cubicBezTo>
                <a:cubicBezTo>
                  <a:pt x="162587" y="0"/>
                  <a:pt x="159059" y="2903"/>
                  <a:pt x="158275" y="6918"/>
                </a:cubicBezTo>
                <a:cubicBezTo>
                  <a:pt x="154259" y="27416"/>
                  <a:pt x="138158" y="43616"/>
                  <a:pt x="118445" y="47579"/>
                </a:cubicBezTo>
                <a:cubicBezTo>
                  <a:pt x="114444" y="48387"/>
                  <a:pt x="111572" y="51899"/>
                  <a:pt x="111572" y="55984"/>
                </a:cubicBezTo>
                <a:cubicBezTo>
                  <a:pt x="111572" y="60060"/>
                  <a:pt x="114444" y="63573"/>
                  <a:pt x="118445" y="64381"/>
                </a:cubicBezTo>
                <a:cubicBezTo>
                  <a:pt x="138165" y="68359"/>
                  <a:pt x="154251" y="84543"/>
                  <a:pt x="158275" y="105011"/>
                </a:cubicBezTo>
                <a:cubicBezTo>
                  <a:pt x="159059" y="109034"/>
                  <a:pt x="162587" y="111937"/>
                  <a:pt x="166687" y="111937"/>
                </a:cubicBezTo>
                <a:cubicBezTo>
                  <a:pt x="170787" y="111937"/>
                  <a:pt x="174315" y="109034"/>
                  <a:pt x="175099" y="105011"/>
                </a:cubicBezTo>
                <a:cubicBezTo>
                  <a:pt x="179115" y="84543"/>
                  <a:pt x="195216" y="68359"/>
                  <a:pt x="214937" y="64396"/>
                </a:cubicBezTo>
                <a:cubicBezTo>
                  <a:pt x="218930" y="63581"/>
                  <a:pt x="221802" y="60068"/>
                  <a:pt x="221802" y="55991"/>
                </a:cubicBezTo>
                <a:cubicBezTo>
                  <a:pt x="221802" y="51915"/>
                  <a:pt x="218930" y="48402"/>
                  <a:pt x="214937" y="47594"/>
                </a:cubicBezTo>
                <a:cubicBezTo>
                  <a:pt x="195216" y="43616"/>
                  <a:pt x="179123" y="27416"/>
                  <a:pt x="175099" y="6918"/>
                </a:cubicBezTo>
                <a:moveTo>
                  <a:pt x="126278" y="22646"/>
                </a:moveTo>
                <a:cubicBezTo>
                  <a:pt x="122796" y="25275"/>
                  <a:pt x="118772" y="27089"/>
                  <a:pt x="114498" y="27980"/>
                </a:cubicBezTo>
                <a:cubicBezTo>
                  <a:pt x="101155" y="30655"/>
                  <a:pt x="91554" y="42382"/>
                  <a:pt x="91554" y="55991"/>
                </a:cubicBezTo>
                <a:cubicBezTo>
                  <a:pt x="91554" y="69601"/>
                  <a:pt x="101155" y="81328"/>
                  <a:pt x="114498" y="84002"/>
                </a:cubicBezTo>
                <a:cubicBezTo>
                  <a:pt x="126111" y="86334"/>
                  <a:pt x="136146" y="96156"/>
                  <a:pt x="138645" y="108866"/>
                </a:cubicBezTo>
                <a:cubicBezTo>
                  <a:pt x="140398" y="117782"/>
                  <a:pt x="146281" y="125333"/>
                  <a:pt x="154503" y="129212"/>
                </a:cubicBezTo>
                <a:cubicBezTo>
                  <a:pt x="150754" y="136276"/>
                  <a:pt x="145816" y="142646"/>
                  <a:pt x="139910" y="148033"/>
                </a:cubicBezTo>
                <a:cubicBezTo>
                  <a:pt x="131566" y="156423"/>
                  <a:pt x="125890" y="167662"/>
                  <a:pt x="123527" y="179671"/>
                </a:cubicBezTo>
                <a:lnTo>
                  <a:pt x="40317" y="179671"/>
                </a:lnTo>
                <a:cubicBezTo>
                  <a:pt x="37955" y="167662"/>
                  <a:pt x="32293" y="156423"/>
                  <a:pt x="23949" y="148033"/>
                </a:cubicBezTo>
                <a:cubicBezTo>
                  <a:pt x="8839" y="134386"/>
                  <a:pt x="0" y="113438"/>
                  <a:pt x="0" y="91257"/>
                </a:cubicBezTo>
                <a:cubicBezTo>
                  <a:pt x="0" y="46527"/>
                  <a:pt x="37185" y="9334"/>
                  <a:pt x="81922" y="9334"/>
                </a:cubicBezTo>
                <a:cubicBezTo>
                  <a:pt x="98176" y="9334"/>
                  <a:pt x="113431" y="14249"/>
                  <a:pt x="126271" y="22646"/>
                </a:cubicBezTo>
                <a:moveTo>
                  <a:pt x="41559" y="196824"/>
                </a:moveTo>
                <a:lnTo>
                  <a:pt x="122285" y="196824"/>
                </a:lnTo>
                <a:lnTo>
                  <a:pt x="122285" y="215943"/>
                </a:lnTo>
                <a:cubicBezTo>
                  <a:pt x="122240" y="232646"/>
                  <a:pt x="109910" y="246773"/>
                  <a:pt x="93367" y="249067"/>
                </a:cubicBezTo>
                <a:lnTo>
                  <a:pt x="93367" y="258919"/>
                </a:lnTo>
                <a:cubicBezTo>
                  <a:pt x="93367" y="265229"/>
                  <a:pt x="88247" y="270349"/>
                  <a:pt x="81937" y="270349"/>
                </a:cubicBezTo>
                <a:cubicBezTo>
                  <a:pt x="75620" y="270349"/>
                  <a:pt x="70507" y="265229"/>
                  <a:pt x="70507" y="258919"/>
                </a:cubicBezTo>
                <a:lnTo>
                  <a:pt x="70507" y="249067"/>
                </a:lnTo>
                <a:cubicBezTo>
                  <a:pt x="53949" y="246781"/>
                  <a:pt x="41605" y="232653"/>
                  <a:pt x="41559" y="215943"/>
                </a:cubicBezTo>
                <a:lnTo>
                  <a:pt x="41559" y="19682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0EE706-882B-71DB-E02B-551B02594C2B}"/>
              </a:ext>
            </a:extLst>
          </p:cNvPr>
          <p:cNvSpPr/>
          <p:nvPr/>
        </p:nvSpPr>
        <p:spPr>
          <a:xfrm>
            <a:off x="6539393" y="3876676"/>
            <a:ext cx="274487" cy="274685"/>
          </a:xfrm>
          <a:custGeom>
            <a:avLst/>
            <a:gdLst/>
            <a:ahLst/>
            <a:cxnLst/>
            <a:rect l="0" t="0" r="0" b="0"/>
            <a:pathLst>
              <a:path w="274487" h="274685">
                <a:moveTo>
                  <a:pt x="191452" y="122872"/>
                </a:moveTo>
                <a:cubicBezTo>
                  <a:pt x="228028" y="122826"/>
                  <a:pt x="258203" y="151493"/>
                  <a:pt x="260032" y="188023"/>
                </a:cubicBezTo>
                <a:cubicBezTo>
                  <a:pt x="268566" y="184053"/>
                  <a:pt x="274007" y="175488"/>
                  <a:pt x="273977" y="166077"/>
                </a:cubicBezTo>
                <a:lnTo>
                  <a:pt x="273977" y="92697"/>
                </a:lnTo>
                <a:cubicBezTo>
                  <a:pt x="273786" y="79187"/>
                  <a:pt x="262684" y="68389"/>
                  <a:pt x="249173" y="68580"/>
                </a:cubicBezTo>
                <a:cubicBezTo>
                  <a:pt x="245805" y="68580"/>
                  <a:pt x="243062" y="71277"/>
                  <a:pt x="243001" y="74637"/>
                </a:cubicBezTo>
                <a:lnTo>
                  <a:pt x="243001" y="92697"/>
                </a:lnTo>
                <a:lnTo>
                  <a:pt x="197281" y="92697"/>
                </a:lnTo>
                <a:lnTo>
                  <a:pt x="197281" y="68580"/>
                </a:lnTo>
                <a:cubicBezTo>
                  <a:pt x="197281" y="65173"/>
                  <a:pt x="194515" y="62407"/>
                  <a:pt x="191109" y="62407"/>
                </a:cubicBezTo>
                <a:lnTo>
                  <a:pt x="172592" y="62407"/>
                </a:lnTo>
                <a:lnTo>
                  <a:pt x="154305" y="37947"/>
                </a:lnTo>
                <a:lnTo>
                  <a:pt x="142875" y="37947"/>
                </a:lnTo>
                <a:lnTo>
                  <a:pt x="142875" y="17145"/>
                </a:lnTo>
                <a:lnTo>
                  <a:pt x="174307" y="17145"/>
                </a:lnTo>
                <a:cubicBezTo>
                  <a:pt x="178879" y="16901"/>
                  <a:pt x="182483" y="13152"/>
                  <a:pt x="182537" y="8572"/>
                </a:cubicBezTo>
                <a:cubicBezTo>
                  <a:pt x="182483" y="3992"/>
                  <a:pt x="178879" y="243"/>
                  <a:pt x="174307" y="0"/>
                </a:cubicBezTo>
                <a:lnTo>
                  <a:pt x="94297" y="0"/>
                </a:lnTo>
                <a:cubicBezTo>
                  <a:pt x="89565" y="0"/>
                  <a:pt x="85725" y="3840"/>
                  <a:pt x="85725" y="8572"/>
                </a:cubicBezTo>
                <a:cubicBezTo>
                  <a:pt x="85725" y="13304"/>
                  <a:pt x="89565" y="17145"/>
                  <a:pt x="94297" y="17145"/>
                </a:cubicBezTo>
                <a:lnTo>
                  <a:pt x="125387" y="17145"/>
                </a:lnTo>
                <a:lnTo>
                  <a:pt x="125387" y="37604"/>
                </a:lnTo>
                <a:lnTo>
                  <a:pt x="83896" y="37604"/>
                </a:lnTo>
                <a:lnTo>
                  <a:pt x="65493" y="55892"/>
                </a:lnTo>
                <a:lnTo>
                  <a:pt x="41033" y="55892"/>
                </a:lnTo>
                <a:cubicBezTo>
                  <a:pt x="37627" y="55892"/>
                  <a:pt x="34861" y="58658"/>
                  <a:pt x="34861" y="62064"/>
                </a:cubicBezTo>
                <a:lnTo>
                  <a:pt x="34861" y="97155"/>
                </a:lnTo>
                <a:lnTo>
                  <a:pt x="17145" y="97155"/>
                </a:lnTo>
                <a:lnTo>
                  <a:pt x="17145" y="60007"/>
                </a:lnTo>
                <a:cubicBezTo>
                  <a:pt x="17145" y="55275"/>
                  <a:pt x="13304" y="51435"/>
                  <a:pt x="8572" y="51435"/>
                </a:cubicBezTo>
                <a:cubicBezTo>
                  <a:pt x="3840" y="51435"/>
                  <a:pt x="0" y="55275"/>
                  <a:pt x="0" y="60007"/>
                </a:cubicBezTo>
                <a:lnTo>
                  <a:pt x="0" y="151447"/>
                </a:lnTo>
                <a:cubicBezTo>
                  <a:pt x="0" y="156179"/>
                  <a:pt x="3840" y="160020"/>
                  <a:pt x="8572" y="160020"/>
                </a:cubicBezTo>
                <a:cubicBezTo>
                  <a:pt x="13304" y="160020"/>
                  <a:pt x="17145" y="156179"/>
                  <a:pt x="17145" y="151447"/>
                </a:cubicBezTo>
                <a:lnTo>
                  <a:pt x="17145" y="114300"/>
                </a:lnTo>
                <a:lnTo>
                  <a:pt x="34861" y="114300"/>
                </a:lnTo>
                <a:lnTo>
                  <a:pt x="34861" y="147789"/>
                </a:lnTo>
                <a:cubicBezTo>
                  <a:pt x="34922" y="151150"/>
                  <a:pt x="37665" y="153847"/>
                  <a:pt x="41033" y="153847"/>
                </a:cubicBezTo>
                <a:lnTo>
                  <a:pt x="65493" y="153847"/>
                </a:lnTo>
                <a:lnTo>
                  <a:pt x="89954" y="196710"/>
                </a:lnTo>
                <a:lnTo>
                  <a:pt x="123101" y="196710"/>
                </a:lnTo>
                <a:lnTo>
                  <a:pt x="123101" y="191452"/>
                </a:lnTo>
                <a:cubicBezTo>
                  <a:pt x="123101" y="153664"/>
                  <a:pt x="153664" y="123002"/>
                  <a:pt x="191452" y="122872"/>
                </a:cubicBezTo>
                <a:moveTo>
                  <a:pt x="271805" y="259689"/>
                </a:moveTo>
                <a:lnTo>
                  <a:pt x="245516" y="233400"/>
                </a:lnTo>
                <a:lnTo>
                  <a:pt x="235229" y="223227"/>
                </a:lnTo>
                <a:cubicBezTo>
                  <a:pt x="249699" y="202806"/>
                  <a:pt x="248290" y="175130"/>
                  <a:pt x="231823" y="156270"/>
                </a:cubicBezTo>
                <a:cubicBezTo>
                  <a:pt x="215364" y="137419"/>
                  <a:pt x="188130" y="132298"/>
                  <a:pt x="165940" y="143888"/>
                </a:cubicBezTo>
                <a:cubicBezTo>
                  <a:pt x="143751" y="155470"/>
                  <a:pt x="132389" y="180746"/>
                  <a:pt x="138455" y="205031"/>
                </a:cubicBezTo>
                <a:cubicBezTo>
                  <a:pt x="144513" y="229316"/>
                  <a:pt x="166420" y="246286"/>
                  <a:pt x="191452" y="246087"/>
                </a:cubicBezTo>
                <a:cubicBezTo>
                  <a:pt x="202844" y="246087"/>
                  <a:pt x="213939" y="242445"/>
                  <a:pt x="223113" y="235686"/>
                </a:cubicBezTo>
                <a:lnTo>
                  <a:pt x="233400" y="245859"/>
                </a:lnTo>
                <a:lnTo>
                  <a:pt x="259689" y="272148"/>
                </a:lnTo>
                <a:cubicBezTo>
                  <a:pt x="261282" y="273778"/>
                  <a:pt x="263469" y="274685"/>
                  <a:pt x="265747" y="274662"/>
                </a:cubicBezTo>
                <a:cubicBezTo>
                  <a:pt x="268025" y="274670"/>
                  <a:pt x="270205" y="273763"/>
                  <a:pt x="271805" y="272148"/>
                </a:cubicBezTo>
                <a:cubicBezTo>
                  <a:pt x="273519" y="270525"/>
                  <a:pt x="274487" y="268277"/>
                  <a:pt x="274487" y="265922"/>
                </a:cubicBezTo>
                <a:cubicBezTo>
                  <a:pt x="274487" y="263560"/>
                  <a:pt x="273519" y="261312"/>
                  <a:pt x="271805" y="259689"/>
                </a:cubicBezTo>
                <a:moveTo>
                  <a:pt x="154305" y="191109"/>
                </a:moveTo>
                <a:cubicBezTo>
                  <a:pt x="154495" y="170642"/>
                  <a:pt x="171206" y="154183"/>
                  <a:pt x="191681" y="154305"/>
                </a:cubicBezTo>
                <a:cubicBezTo>
                  <a:pt x="212148" y="154434"/>
                  <a:pt x="228660" y="171091"/>
                  <a:pt x="228599" y="191566"/>
                </a:cubicBezTo>
                <a:cubicBezTo>
                  <a:pt x="228539" y="212034"/>
                  <a:pt x="211927" y="228600"/>
                  <a:pt x="191452" y="228600"/>
                </a:cubicBezTo>
                <a:cubicBezTo>
                  <a:pt x="170939" y="228600"/>
                  <a:pt x="154305" y="211965"/>
                  <a:pt x="154305" y="1914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FF3C82-2E48-823D-13F9-6A87B7A37091}"/>
              </a:ext>
            </a:extLst>
          </p:cNvPr>
          <p:cNvSpPr/>
          <p:nvPr/>
        </p:nvSpPr>
        <p:spPr>
          <a:xfrm>
            <a:off x="5945948" y="2414893"/>
            <a:ext cx="271805" cy="271805"/>
          </a:xfrm>
          <a:custGeom>
            <a:avLst/>
            <a:gdLst/>
            <a:ahLst/>
            <a:cxnLst/>
            <a:rect l="0" t="0" r="0" b="0"/>
            <a:pathLst>
              <a:path w="271805" h="271805">
                <a:moveTo>
                  <a:pt x="22860" y="28026"/>
                </a:moveTo>
                <a:cubicBezTo>
                  <a:pt x="22860" y="25488"/>
                  <a:pt x="25488" y="22860"/>
                  <a:pt x="28026" y="22860"/>
                </a:cubicBezTo>
                <a:lnTo>
                  <a:pt x="61219" y="22860"/>
                </a:lnTo>
                <a:cubicBezTo>
                  <a:pt x="67528" y="22860"/>
                  <a:pt x="72649" y="17739"/>
                  <a:pt x="72649" y="11430"/>
                </a:cubicBezTo>
                <a:cubicBezTo>
                  <a:pt x="72649" y="5120"/>
                  <a:pt x="67528" y="0"/>
                  <a:pt x="61219" y="0"/>
                </a:cubicBezTo>
                <a:lnTo>
                  <a:pt x="28026" y="0"/>
                </a:lnTo>
                <a:cubicBezTo>
                  <a:pt x="12854" y="0"/>
                  <a:pt x="0" y="12854"/>
                  <a:pt x="0" y="28026"/>
                </a:cubicBezTo>
                <a:lnTo>
                  <a:pt x="0" y="61219"/>
                </a:lnTo>
                <a:cubicBezTo>
                  <a:pt x="0" y="67528"/>
                  <a:pt x="5120" y="72649"/>
                  <a:pt x="11430" y="72649"/>
                </a:cubicBezTo>
                <a:cubicBezTo>
                  <a:pt x="17739" y="72649"/>
                  <a:pt x="22860" y="67528"/>
                  <a:pt x="22860" y="61219"/>
                </a:cubicBezTo>
                <a:lnTo>
                  <a:pt x="22860" y="28026"/>
                </a:lnTo>
                <a:moveTo>
                  <a:pt x="199156" y="11430"/>
                </a:moveTo>
                <a:cubicBezTo>
                  <a:pt x="199156" y="5120"/>
                  <a:pt x="204276" y="0"/>
                  <a:pt x="210586" y="0"/>
                </a:cubicBezTo>
                <a:lnTo>
                  <a:pt x="243779" y="0"/>
                </a:lnTo>
                <a:cubicBezTo>
                  <a:pt x="258942" y="0"/>
                  <a:pt x="271805" y="12854"/>
                  <a:pt x="271805" y="28026"/>
                </a:cubicBezTo>
                <a:lnTo>
                  <a:pt x="271805" y="61219"/>
                </a:lnTo>
                <a:cubicBezTo>
                  <a:pt x="271805" y="67528"/>
                  <a:pt x="266684" y="72649"/>
                  <a:pt x="260375" y="72649"/>
                </a:cubicBezTo>
                <a:cubicBezTo>
                  <a:pt x="254066" y="72649"/>
                  <a:pt x="248945" y="67528"/>
                  <a:pt x="248945" y="61219"/>
                </a:cubicBezTo>
                <a:lnTo>
                  <a:pt x="248945" y="28026"/>
                </a:lnTo>
                <a:cubicBezTo>
                  <a:pt x="248945" y="25488"/>
                  <a:pt x="246316" y="22860"/>
                  <a:pt x="243779" y="22860"/>
                </a:cubicBezTo>
                <a:lnTo>
                  <a:pt x="210586" y="22860"/>
                </a:lnTo>
                <a:cubicBezTo>
                  <a:pt x="204276" y="22860"/>
                  <a:pt x="199156" y="17739"/>
                  <a:pt x="199156" y="11430"/>
                </a:cubicBezTo>
                <a:moveTo>
                  <a:pt x="260375" y="199156"/>
                </a:moveTo>
                <a:cubicBezTo>
                  <a:pt x="266684" y="199156"/>
                  <a:pt x="271805" y="204276"/>
                  <a:pt x="271805" y="210586"/>
                </a:cubicBezTo>
                <a:lnTo>
                  <a:pt x="271805" y="243779"/>
                </a:lnTo>
                <a:cubicBezTo>
                  <a:pt x="271805" y="258942"/>
                  <a:pt x="258942" y="271805"/>
                  <a:pt x="243779" y="271805"/>
                </a:cubicBezTo>
                <a:lnTo>
                  <a:pt x="210586" y="271805"/>
                </a:lnTo>
                <a:cubicBezTo>
                  <a:pt x="204276" y="271805"/>
                  <a:pt x="199156" y="266684"/>
                  <a:pt x="199156" y="260375"/>
                </a:cubicBezTo>
                <a:cubicBezTo>
                  <a:pt x="199156" y="254066"/>
                  <a:pt x="204276" y="248945"/>
                  <a:pt x="210586" y="248945"/>
                </a:cubicBezTo>
                <a:lnTo>
                  <a:pt x="243779" y="248945"/>
                </a:lnTo>
                <a:cubicBezTo>
                  <a:pt x="246316" y="248945"/>
                  <a:pt x="248945" y="246316"/>
                  <a:pt x="248945" y="243779"/>
                </a:cubicBezTo>
                <a:lnTo>
                  <a:pt x="248945" y="210586"/>
                </a:lnTo>
                <a:cubicBezTo>
                  <a:pt x="248945" y="204276"/>
                  <a:pt x="254066" y="199156"/>
                  <a:pt x="260375" y="199156"/>
                </a:cubicBezTo>
                <a:moveTo>
                  <a:pt x="11430" y="199156"/>
                </a:moveTo>
                <a:cubicBezTo>
                  <a:pt x="17739" y="199156"/>
                  <a:pt x="22860" y="204276"/>
                  <a:pt x="22860" y="210586"/>
                </a:cubicBezTo>
                <a:lnTo>
                  <a:pt x="22860" y="243779"/>
                </a:lnTo>
                <a:cubicBezTo>
                  <a:pt x="22860" y="246316"/>
                  <a:pt x="25488" y="248945"/>
                  <a:pt x="28026" y="248945"/>
                </a:cubicBezTo>
                <a:lnTo>
                  <a:pt x="61219" y="248945"/>
                </a:lnTo>
                <a:cubicBezTo>
                  <a:pt x="67528" y="248945"/>
                  <a:pt x="72649" y="254066"/>
                  <a:pt x="72649" y="260375"/>
                </a:cubicBezTo>
                <a:cubicBezTo>
                  <a:pt x="72649" y="266684"/>
                  <a:pt x="67528" y="271805"/>
                  <a:pt x="61219" y="271805"/>
                </a:cubicBezTo>
                <a:lnTo>
                  <a:pt x="28026" y="271805"/>
                </a:lnTo>
                <a:cubicBezTo>
                  <a:pt x="12854" y="271805"/>
                  <a:pt x="0" y="258942"/>
                  <a:pt x="0" y="243779"/>
                </a:cubicBezTo>
                <a:lnTo>
                  <a:pt x="0" y="210586"/>
                </a:lnTo>
                <a:cubicBezTo>
                  <a:pt x="0" y="204276"/>
                  <a:pt x="5120" y="199156"/>
                  <a:pt x="11430" y="199156"/>
                </a:cubicBezTo>
                <a:moveTo>
                  <a:pt x="103327" y="52463"/>
                </a:moveTo>
                <a:cubicBezTo>
                  <a:pt x="99601" y="52463"/>
                  <a:pt x="96301" y="54871"/>
                  <a:pt x="95166" y="58422"/>
                </a:cubicBezTo>
                <a:lnTo>
                  <a:pt x="87919" y="81038"/>
                </a:lnTo>
                <a:lnTo>
                  <a:pt x="69037" y="81038"/>
                </a:lnTo>
                <a:cubicBezTo>
                  <a:pt x="55161" y="81038"/>
                  <a:pt x="43319" y="92880"/>
                  <a:pt x="43319" y="106756"/>
                </a:cubicBezTo>
                <a:lnTo>
                  <a:pt x="43319" y="177622"/>
                </a:lnTo>
                <a:cubicBezTo>
                  <a:pt x="43319" y="191498"/>
                  <a:pt x="55161" y="203339"/>
                  <a:pt x="69037" y="203339"/>
                </a:cubicBezTo>
                <a:lnTo>
                  <a:pt x="200482" y="203339"/>
                </a:lnTo>
                <a:cubicBezTo>
                  <a:pt x="214358" y="203339"/>
                  <a:pt x="226199" y="191498"/>
                  <a:pt x="226199" y="177622"/>
                </a:cubicBezTo>
                <a:lnTo>
                  <a:pt x="226199" y="106756"/>
                </a:lnTo>
                <a:cubicBezTo>
                  <a:pt x="226199" y="92880"/>
                  <a:pt x="214358" y="81038"/>
                  <a:pt x="200482" y="81038"/>
                </a:cubicBezTo>
                <a:lnTo>
                  <a:pt x="181584" y="81038"/>
                </a:lnTo>
                <a:lnTo>
                  <a:pt x="174353" y="58422"/>
                </a:lnTo>
                <a:cubicBezTo>
                  <a:pt x="173217" y="54871"/>
                  <a:pt x="169918" y="52463"/>
                  <a:pt x="166192" y="52463"/>
                </a:cubicBezTo>
                <a:lnTo>
                  <a:pt x="103327" y="52463"/>
                </a:lnTo>
                <a:moveTo>
                  <a:pt x="135331" y="170200"/>
                </a:moveTo>
                <a:cubicBezTo>
                  <a:pt x="117340" y="170200"/>
                  <a:pt x="102748" y="155608"/>
                  <a:pt x="102748" y="137617"/>
                </a:cubicBezTo>
                <a:cubicBezTo>
                  <a:pt x="102748" y="119626"/>
                  <a:pt x="117340" y="105034"/>
                  <a:pt x="135331" y="105026"/>
                </a:cubicBezTo>
                <a:cubicBezTo>
                  <a:pt x="147119" y="104813"/>
                  <a:pt x="158099" y="110970"/>
                  <a:pt x="164058" y="121142"/>
                </a:cubicBezTo>
                <a:cubicBezTo>
                  <a:pt x="170017" y="131315"/>
                  <a:pt x="170017" y="143911"/>
                  <a:pt x="164058" y="154084"/>
                </a:cubicBezTo>
                <a:cubicBezTo>
                  <a:pt x="158099" y="164249"/>
                  <a:pt x="147119" y="170413"/>
                  <a:pt x="135331" y="170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A391CF3-7AE8-4C11-1157-8D236AEAA135}"/>
              </a:ext>
            </a:extLst>
          </p:cNvPr>
          <p:cNvSpPr/>
          <p:nvPr/>
        </p:nvSpPr>
        <p:spPr>
          <a:xfrm>
            <a:off x="6773365" y="2962276"/>
            <a:ext cx="263004" cy="274373"/>
          </a:xfrm>
          <a:custGeom>
            <a:avLst/>
            <a:gdLst/>
            <a:ahLst/>
            <a:cxnLst/>
            <a:rect l="0" t="0" r="0" b="0"/>
            <a:pathLst>
              <a:path w="263004" h="274373">
                <a:moveTo>
                  <a:pt x="262890" y="102870"/>
                </a:moveTo>
                <a:cubicBezTo>
                  <a:pt x="262890" y="83934"/>
                  <a:pt x="247535" y="68580"/>
                  <a:pt x="228600" y="68580"/>
                </a:cubicBezTo>
                <a:lnTo>
                  <a:pt x="225628" y="68580"/>
                </a:lnTo>
                <a:cubicBezTo>
                  <a:pt x="224180" y="68526"/>
                  <a:pt x="222999" y="67398"/>
                  <a:pt x="222885" y="65951"/>
                </a:cubicBezTo>
                <a:cubicBezTo>
                  <a:pt x="221505" y="48044"/>
                  <a:pt x="206555" y="34236"/>
                  <a:pt x="188595" y="34290"/>
                </a:cubicBezTo>
                <a:lnTo>
                  <a:pt x="185623" y="34290"/>
                </a:lnTo>
                <a:cubicBezTo>
                  <a:pt x="184129" y="34297"/>
                  <a:pt x="182887" y="33147"/>
                  <a:pt x="182765" y="31661"/>
                </a:cubicBezTo>
                <a:cubicBezTo>
                  <a:pt x="181394" y="13799"/>
                  <a:pt x="166504" y="7"/>
                  <a:pt x="148590" y="0"/>
                </a:cubicBezTo>
                <a:lnTo>
                  <a:pt x="34290" y="0"/>
                </a:lnTo>
                <a:cubicBezTo>
                  <a:pt x="15354" y="0"/>
                  <a:pt x="0" y="15354"/>
                  <a:pt x="0" y="34290"/>
                </a:cubicBezTo>
                <a:lnTo>
                  <a:pt x="0" y="171450"/>
                </a:lnTo>
                <a:cubicBezTo>
                  <a:pt x="0" y="190385"/>
                  <a:pt x="15354" y="205740"/>
                  <a:pt x="34290" y="205740"/>
                </a:cubicBezTo>
                <a:lnTo>
                  <a:pt x="37261" y="205740"/>
                </a:lnTo>
                <a:cubicBezTo>
                  <a:pt x="38755" y="205732"/>
                  <a:pt x="39997" y="206882"/>
                  <a:pt x="40119" y="208368"/>
                </a:cubicBezTo>
                <a:cubicBezTo>
                  <a:pt x="41490" y="226230"/>
                  <a:pt x="56380" y="240022"/>
                  <a:pt x="74295" y="240030"/>
                </a:cubicBezTo>
                <a:lnTo>
                  <a:pt x="77266" y="240030"/>
                </a:lnTo>
                <a:cubicBezTo>
                  <a:pt x="78760" y="240022"/>
                  <a:pt x="80002" y="241172"/>
                  <a:pt x="80124" y="242658"/>
                </a:cubicBezTo>
                <a:cubicBezTo>
                  <a:pt x="81503" y="260565"/>
                  <a:pt x="96453" y="274373"/>
                  <a:pt x="114414" y="274320"/>
                </a:cubicBezTo>
                <a:lnTo>
                  <a:pt x="228714" y="274320"/>
                </a:lnTo>
                <a:cubicBezTo>
                  <a:pt x="247650" y="274320"/>
                  <a:pt x="263004" y="258965"/>
                  <a:pt x="263004" y="240030"/>
                </a:cubicBezTo>
                <a:lnTo>
                  <a:pt x="263004" y="102870"/>
                </a:lnTo>
                <a:moveTo>
                  <a:pt x="34290" y="182880"/>
                </a:moveTo>
                <a:cubicBezTo>
                  <a:pt x="27980" y="182880"/>
                  <a:pt x="22860" y="177759"/>
                  <a:pt x="22860" y="171450"/>
                </a:cubicBezTo>
                <a:lnTo>
                  <a:pt x="22860" y="34290"/>
                </a:lnTo>
                <a:cubicBezTo>
                  <a:pt x="22860" y="27980"/>
                  <a:pt x="27980" y="22860"/>
                  <a:pt x="34290" y="22860"/>
                </a:cubicBezTo>
                <a:lnTo>
                  <a:pt x="148590" y="22860"/>
                </a:lnTo>
                <a:cubicBezTo>
                  <a:pt x="153428" y="22882"/>
                  <a:pt x="157734" y="25946"/>
                  <a:pt x="159334" y="30518"/>
                </a:cubicBezTo>
                <a:cubicBezTo>
                  <a:pt x="159783" y="31295"/>
                  <a:pt x="159783" y="32255"/>
                  <a:pt x="159334" y="33032"/>
                </a:cubicBezTo>
                <a:cubicBezTo>
                  <a:pt x="158831" y="33809"/>
                  <a:pt x="157970" y="34282"/>
                  <a:pt x="157048" y="34290"/>
                </a:cubicBezTo>
                <a:lnTo>
                  <a:pt x="74295" y="34290"/>
                </a:lnTo>
                <a:cubicBezTo>
                  <a:pt x="55359" y="34290"/>
                  <a:pt x="40005" y="49644"/>
                  <a:pt x="40005" y="68580"/>
                </a:cubicBezTo>
                <a:lnTo>
                  <a:pt x="40005" y="180022"/>
                </a:lnTo>
                <a:cubicBezTo>
                  <a:pt x="40005" y="181599"/>
                  <a:pt x="38724" y="182880"/>
                  <a:pt x="37147" y="182880"/>
                </a:cubicBezTo>
                <a:lnTo>
                  <a:pt x="34290" y="182880"/>
                </a:lnTo>
                <a:moveTo>
                  <a:pt x="74295" y="217170"/>
                </a:moveTo>
                <a:cubicBezTo>
                  <a:pt x="67985" y="217170"/>
                  <a:pt x="62865" y="212049"/>
                  <a:pt x="62865" y="205740"/>
                </a:cubicBezTo>
                <a:lnTo>
                  <a:pt x="62865" y="68580"/>
                </a:lnTo>
                <a:cubicBezTo>
                  <a:pt x="62865" y="62270"/>
                  <a:pt x="67985" y="57150"/>
                  <a:pt x="74295" y="57150"/>
                </a:cubicBezTo>
                <a:lnTo>
                  <a:pt x="188595" y="57150"/>
                </a:lnTo>
                <a:cubicBezTo>
                  <a:pt x="193433" y="57172"/>
                  <a:pt x="197739" y="60236"/>
                  <a:pt x="199339" y="64808"/>
                </a:cubicBezTo>
                <a:cubicBezTo>
                  <a:pt x="199788" y="65585"/>
                  <a:pt x="199788" y="66545"/>
                  <a:pt x="199339" y="67322"/>
                </a:cubicBezTo>
                <a:cubicBezTo>
                  <a:pt x="198836" y="68099"/>
                  <a:pt x="197975" y="68572"/>
                  <a:pt x="197053" y="68580"/>
                </a:cubicBezTo>
                <a:lnTo>
                  <a:pt x="114300" y="68580"/>
                </a:lnTo>
                <a:cubicBezTo>
                  <a:pt x="95364" y="68580"/>
                  <a:pt x="80010" y="83934"/>
                  <a:pt x="80010" y="102870"/>
                </a:cubicBezTo>
                <a:lnTo>
                  <a:pt x="80010" y="214312"/>
                </a:lnTo>
                <a:cubicBezTo>
                  <a:pt x="80010" y="215889"/>
                  <a:pt x="78729" y="217170"/>
                  <a:pt x="77152" y="217170"/>
                </a:cubicBezTo>
                <a:lnTo>
                  <a:pt x="74295" y="217170"/>
                </a:lnTo>
                <a:moveTo>
                  <a:pt x="240030" y="240030"/>
                </a:moveTo>
                <a:cubicBezTo>
                  <a:pt x="240030" y="246339"/>
                  <a:pt x="234909" y="251460"/>
                  <a:pt x="228600" y="251460"/>
                </a:cubicBezTo>
                <a:lnTo>
                  <a:pt x="114300" y="251460"/>
                </a:lnTo>
                <a:cubicBezTo>
                  <a:pt x="107990" y="251460"/>
                  <a:pt x="102870" y="246339"/>
                  <a:pt x="102870" y="240030"/>
                </a:cubicBezTo>
                <a:lnTo>
                  <a:pt x="102870" y="102870"/>
                </a:lnTo>
                <a:cubicBezTo>
                  <a:pt x="102870" y="96560"/>
                  <a:pt x="107990" y="91440"/>
                  <a:pt x="114300" y="91440"/>
                </a:cubicBezTo>
                <a:lnTo>
                  <a:pt x="228600" y="91440"/>
                </a:lnTo>
                <a:cubicBezTo>
                  <a:pt x="234909" y="91440"/>
                  <a:pt x="240030" y="96560"/>
                  <a:pt x="240030" y="102870"/>
                </a:cubicBezTo>
                <a:lnTo>
                  <a:pt x="240030" y="240030"/>
                </a:lnTo>
                <a:moveTo>
                  <a:pt x="168249" y="110413"/>
                </a:moveTo>
                <a:cubicBezTo>
                  <a:pt x="164500" y="107548"/>
                  <a:pt x="159151" y="108150"/>
                  <a:pt x="156133" y="111785"/>
                </a:cubicBezTo>
                <a:lnTo>
                  <a:pt x="141274" y="130416"/>
                </a:lnTo>
                <a:cubicBezTo>
                  <a:pt x="140771" y="131041"/>
                  <a:pt x="140017" y="131422"/>
                  <a:pt x="139217" y="131445"/>
                </a:cubicBezTo>
                <a:cubicBezTo>
                  <a:pt x="138409" y="131528"/>
                  <a:pt x="137609" y="131231"/>
                  <a:pt x="137045" y="130644"/>
                </a:cubicBezTo>
                <a:lnTo>
                  <a:pt x="134645" y="128244"/>
                </a:lnTo>
                <a:cubicBezTo>
                  <a:pt x="131269" y="125097"/>
                  <a:pt x="126004" y="125188"/>
                  <a:pt x="122742" y="128457"/>
                </a:cubicBezTo>
                <a:cubicBezTo>
                  <a:pt x="119473" y="131719"/>
                  <a:pt x="119382" y="136984"/>
                  <a:pt x="122529" y="140360"/>
                </a:cubicBezTo>
                <a:lnTo>
                  <a:pt x="133959" y="151790"/>
                </a:lnTo>
                <a:cubicBezTo>
                  <a:pt x="135696" y="153497"/>
                  <a:pt x="138074" y="154396"/>
                  <a:pt x="140512" y="154266"/>
                </a:cubicBezTo>
                <a:cubicBezTo>
                  <a:pt x="142943" y="154137"/>
                  <a:pt x="145214" y="152986"/>
                  <a:pt x="146761" y="151104"/>
                </a:cubicBezTo>
                <a:lnTo>
                  <a:pt x="169621" y="122529"/>
                </a:lnTo>
                <a:cubicBezTo>
                  <a:pt x="172486" y="118780"/>
                  <a:pt x="171884" y="113431"/>
                  <a:pt x="168249" y="110413"/>
                </a:cubicBezTo>
                <a:moveTo>
                  <a:pt x="214312" y="131445"/>
                </a:moveTo>
                <a:lnTo>
                  <a:pt x="191452" y="131445"/>
                </a:lnTo>
                <a:cubicBezTo>
                  <a:pt x="186720" y="131445"/>
                  <a:pt x="182880" y="135285"/>
                  <a:pt x="182880" y="140017"/>
                </a:cubicBezTo>
                <a:cubicBezTo>
                  <a:pt x="182880" y="144749"/>
                  <a:pt x="186720" y="148590"/>
                  <a:pt x="191452" y="148590"/>
                </a:cubicBezTo>
                <a:lnTo>
                  <a:pt x="214312" y="148590"/>
                </a:lnTo>
                <a:cubicBezTo>
                  <a:pt x="219044" y="148590"/>
                  <a:pt x="222885" y="144749"/>
                  <a:pt x="222885" y="140017"/>
                </a:cubicBezTo>
                <a:cubicBezTo>
                  <a:pt x="222885" y="135285"/>
                  <a:pt x="219044" y="131445"/>
                  <a:pt x="214312" y="131445"/>
                </a:cubicBezTo>
                <a:moveTo>
                  <a:pt x="168249" y="173278"/>
                </a:moveTo>
                <a:cubicBezTo>
                  <a:pt x="164500" y="170413"/>
                  <a:pt x="159151" y="171015"/>
                  <a:pt x="156133" y="174650"/>
                </a:cubicBezTo>
                <a:lnTo>
                  <a:pt x="141274" y="193281"/>
                </a:lnTo>
                <a:cubicBezTo>
                  <a:pt x="140771" y="193906"/>
                  <a:pt x="140017" y="194287"/>
                  <a:pt x="139217" y="194310"/>
                </a:cubicBezTo>
                <a:cubicBezTo>
                  <a:pt x="138409" y="194393"/>
                  <a:pt x="137609" y="194096"/>
                  <a:pt x="137045" y="193509"/>
                </a:cubicBezTo>
                <a:lnTo>
                  <a:pt x="134645" y="191109"/>
                </a:lnTo>
                <a:cubicBezTo>
                  <a:pt x="131269" y="187962"/>
                  <a:pt x="126004" y="188053"/>
                  <a:pt x="122742" y="191322"/>
                </a:cubicBezTo>
                <a:cubicBezTo>
                  <a:pt x="119473" y="194584"/>
                  <a:pt x="119382" y="199849"/>
                  <a:pt x="122529" y="203225"/>
                </a:cubicBezTo>
                <a:lnTo>
                  <a:pt x="133959" y="214655"/>
                </a:lnTo>
                <a:cubicBezTo>
                  <a:pt x="135696" y="216362"/>
                  <a:pt x="138074" y="217261"/>
                  <a:pt x="140512" y="217131"/>
                </a:cubicBezTo>
                <a:cubicBezTo>
                  <a:pt x="142943" y="217002"/>
                  <a:pt x="145214" y="215851"/>
                  <a:pt x="146761" y="213969"/>
                </a:cubicBezTo>
                <a:lnTo>
                  <a:pt x="169621" y="185394"/>
                </a:lnTo>
                <a:cubicBezTo>
                  <a:pt x="172486" y="181645"/>
                  <a:pt x="171884" y="176296"/>
                  <a:pt x="168249" y="173278"/>
                </a:cubicBezTo>
                <a:moveTo>
                  <a:pt x="222885" y="202882"/>
                </a:moveTo>
                <a:cubicBezTo>
                  <a:pt x="222824" y="198173"/>
                  <a:pt x="219021" y="194370"/>
                  <a:pt x="214312" y="194310"/>
                </a:cubicBezTo>
                <a:lnTo>
                  <a:pt x="191452" y="194310"/>
                </a:lnTo>
                <a:cubicBezTo>
                  <a:pt x="186720" y="194310"/>
                  <a:pt x="182880" y="198150"/>
                  <a:pt x="182880" y="202882"/>
                </a:cubicBezTo>
                <a:cubicBezTo>
                  <a:pt x="182880" y="207614"/>
                  <a:pt x="186720" y="211455"/>
                  <a:pt x="191452" y="211455"/>
                </a:cubicBezTo>
                <a:lnTo>
                  <a:pt x="214312" y="211455"/>
                </a:lnTo>
                <a:cubicBezTo>
                  <a:pt x="219021" y="211394"/>
                  <a:pt x="222824" y="207591"/>
                  <a:pt x="222885" y="20288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4A6340-D50E-E19F-B921-CAA0DD16468F}"/>
              </a:ext>
            </a:extLst>
          </p:cNvPr>
          <p:cNvSpPr/>
          <p:nvPr/>
        </p:nvSpPr>
        <p:spPr>
          <a:xfrm>
            <a:off x="5124823" y="2928358"/>
            <a:ext cx="270494" cy="248396"/>
          </a:xfrm>
          <a:custGeom>
            <a:avLst/>
            <a:gdLst/>
            <a:ahLst/>
            <a:cxnLst/>
            <a:rect l="0" t="0" r="0" b="0"/>
            <a:pathLst>
              <a:path w="270494" h="248396">
                <a:moveTo>
                  <a:pt x="145496" y="56776"/>
                </a:moveTo>
                <a:cubicBezTo>
                  <a:pt x="151630" y="57020"/>
                  <a:pt x="156476" y="62064"/>
                  <a:pt x="156469" y="68206"/>
                </a:cubicBezTo>
                <a:lnTo>
                  <a:pt x="156469" y="116784"/>
                </a:lnTo>
                <a:cubicBezTo>
                  <a:pt x="156469" y="118361"/>
                  <a:pt x="157749" y="119641"/>
                  <a:pt x="159326" y="119641"/>
                </a:cubicBezTo>
                <a:lnTo>
                  <a:pt x="202646" y="119641"/>
                </a:lnTo>
                <a:cubicBezTo>
                  <a:pt x="208955" y="119641"/>
                  <a:pt x="214076" y="124762"/>
                  <a:pt x="214076" y="131071"/>
                </a:cubicBezTo>
                <a:cubicBezTo>
                  <a:pt x="214076" y="137380"/>
                  <a:pt x="208955" y="142501"/>
                  <a:pt x="202646" y="142501"/>
                </a:cubicBezTo>
                <a:lnTo>
                  <a:pt x="145496" y="142501"/>
                </a:lnTo>
                <a:cubicBezTo>
                  <a:pt x="139186" y="142501"/>
                  <a:pt x="134066" y="137380"/>
                  <a:pt x="134066" y="131071"/>
                </a:cubicBezTo>
                <a:lnTo>
                  <a:pt x="134066" y="68206"/>
                </a:lnTo>
                <a:cubicBezTo>
                  <a:pt x="134066" y="61897"/>
                  <a:pt x="139186" y="56776"/>
                  <a:pt x="145496" y="56776"/>
                </a:cubicBezTo>
                <a:moveTo>
                  <a:pt x="140581" y="2598"/>
                </a:moveTo>
                <a:cubicBezTo>
                  <a:pt x="90274" y="4556"/>
                  <a:pt x="46192" y="36842"/>
                  <a:pt x="29138" y="84208"/>
                </a:cubicBezTo>
                <a:cubicBezTo>
                  <a:pt x="28666" y="85465"/>
                  <a:pt x="27386" y="86227"/>
                  <a:pt x="26052" y="86037"/>
                </a:cubicBezTo>
                <a:lnTo>
                  <a:pt x="6736" y="83179"/>
                </a:lnTo>
                <a:cubicBezTo>
                  <a:pt x="4571" y="82890"/>
                  <a:pt x="2415" y="83812"/>
                  <a:pt x="1135" y="85580"/>
                </a:cubicBezTo>
                <a:cubicBezTo>
                  <a:pt x="0" y="87439"/>
                  <a:pt x="0" y="89778"/>
                  <a:pt x="1135" y="91638"/>
                </a:cubicBezTo>
                <a:lnTo>
                  <a:pt x="31196" y="145359"/>
                </a:lnTo>
                <a:cubicBezTo>
                  <a:pt x="32164" y="147005"/>
                  <a:pt x="33870" y="148071"/>
                  <a:pt x="35768" y="148216"/>
                </a:cubicBezTo>
                <a:cubicBezTo>
                  <a:pt x="37528" y="148407"/>
                  <a:pt x="39281" y="147828"/>
                  <a:pt x="40568" y="146616"/>
                </a:cubicBezTo>
                <a:lnTo>
                  <a:pt x="83659" y="103753"/>
                </a:lnTo>
                <a:cubicBezTo>
                  <a:pt x="85199" y="102229"/>
                  <a:pt x="85740" y="99966"/>
                  <a:pt x="85062" y="97909"/>
                </a:cubicBezTo>
                <a:cubicBezTo>
                  <a:pt x="84391" y="95844"/>
                  <a:pt x="82600" y="94350"/>
                  <a:pt x="80459" y="94038"/>
                </a:cubicBezTo>
                <a:lnTo>
                  <a:pt x="60799" y="91066"/>
                </a:lnTo>
                <a:cubicBezTo>
                  <a:pt x="59923" y="90906"/>
                  <a:pt x="59169" y="90357"/>
                  <a:pt x="58742" y="89580"/>
                </a:cubicBezTo>
                <a:cubicBezTo>
                  <a:pt x="58338" y="88788"/>
                  <a:pt x="58338" y="87858"/>
                  <a:pt x="58742" y="87066"/>
                </a:cubicBezTo>
                <a:cubicBezTo>
                  <a:pt x="77579" y="44394"/>
                  <a:pt x="124769" y="21869"/>
                  <a:pt x="169796" y="34069"/>
                </a:cubicBezTo>
                <a:cubicBezTo>
                  <a:pt x="214823" y="46261"/>
                  <a:pt x="244190" y="89519"/>
                  <a:pt x="238917" y="135864"/>
                </a:cubicBezTo>
                <a:cubicBezTo>
                  <a:pt x="233644" y="182217"/>
                  <a:pt x="195315" y="217771"/>
                  <a:pt x="148696" y="219539"/>
                </a:cubicBezTo>
                <a:cubicBezTo>
                  <a:pt x="140802" y="219821"/>
                  <a:pt x="134637" y="226451"/>
                  <a:pt x="134927" y="234345"/>
                </a:cubicBezTo>
                <a:cubicBezTo>
                  <a:pt x="135209" y="242232"/>
                  <a:pt x="141831" y="248396"/>
                  <a:pt x="149725" y="248114"/>
                </a:cubicBezTo>
                <a:cubicBezTo>
                  <a:pt x="217543" y="245607"/>
                  <a:pt x="270494" y="188602"/>
                  <a:pt x="268003" y="120784"/>
                </a:cubicBezTo>
                <a:cubicBezTo>
                  <a:pt x="265511" y="52966"/>
                  <a:pt x="208513" y="0"/>
                  <a:pt x="140695" y="248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35F001-3DD3-6345-0D00-738F03EED9B2}"/>
              </a:ext>
            </a:extLst>
          </p:cNvPr>
          <p:cNvSpPr txBox="1"/>
          <p:nvPr/>
        </p:nvSpPr>
        <p:spPr>
          <a:xfrm>
            <a:off x="2946863" y="2813685"/>
            <a:ext cx="170238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484848"/>
                </a:solidFill>
                <a:latin typeface="Roboto"/>
              </a:rPr>
              <a:t>`git log` 명령어를 사용하여 지금
까지의 커밋 히스토리를 확인합니
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18F09-5B22-4EB8-59BC-2253BA3F5D98}"/>
              </a:ext>
            </a:extLst>
          </p:cNvPr>
          <p:cNvSpPr txBox="1"/>
          <p:nvPr/>
        </p:nvSpPr>
        <p:spPr>
          <a:xfrm>
            <a:off x="7514411" y="2813685"/>
            <a:ext cx="173124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`git add` 명령어를 사용하여 수정
된 파일을 스테이징 영역으로 이동
합니다.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6AAF0-E6BC-F208-D61A-259395C8BB19}"/>
              </a:ext>
            </a:extLst>
          </p:cNvPr>
          <p:cNvSpPr txBox="1"/>
          <p:nvPr/>
        </p:nvSpPr>
        <p:spPr>
          <a:xfrm>
            <a:off x="6600011" y="5122545"/>
            <a:ext cx="1732847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`git init` 명령어를 사용하여 현재
디렉토리를 Git 저장소로 초기화합
니다.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43064-409D-3569-0474-3DFFB8C9D66F}"/>
              </a:ext>
            </a:extLst>
          </p:cNvPr>
          <p:cNvSpPr txBox="1"/>
          <p:nvPr/>
        </p:nvSpPr>
        <p:spPr>
          <a:xfrm>
            <a:off x="3706685" y="2543175"/>
            <a:ext cx="94256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BA5DE5"/>
                </a:solidFill>
                <a:latin typeface="Roboto"/>
              </a:rPr>
              <a:t>히스토리 확인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6EF63-190A-89B4-1061-4837A1B9A67D}"/>
              </a:ext>
            </a:extLst>
          </p:cNvPr>
          <p:cNvSpPr txBox="1"/>
          <p:nvPr/>
        </p:nvSpPr>
        <p:spPr>
          <a:xfrm>
            <a:off x="7422971" y="3846195"/>
            <a:ext cx="64120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E88E7"/>
                </a:solidFill>
                <a:latin typeface="Roboto"/>
              </a:rPr>
              <a:t>상태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5A239-3B42-2C82-4AD2-B59F711CCF24}"/>
              </a:ext>
            </a:extLst>
          </p:cNvPr>
          <p:cNvSpPr txBox="1"/>
          <p:nvPr/>
        </p:nvSpPr>
        <p:spPr>
          <a:xfrm>
            <a:off x="5172926" y="1510665"/>
            <a:ext cx="181780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`git commit` 명령어를 사용하여 스
테이징 영역의 파일들을 스냅샷으로
기록합니다.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620DD9-3202-9521-8392-5DD969A135C2}"/>
              </a:ext>
            </a:extLst>
          </p:cNvPr>
          <p:cNvSpPr txBox="1"/>
          <p:nvPr/>
        </p:nvSpPr>
        <p:spPr>
          <a:xfrm>
            <a:off x="7422971" y="4116706"/>
            <a:ext cx="16783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`git status` 명령어를 사용하여 파
일의 현재 상태를 확인합니다.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58CE8E-72C0-E020-F2C4-D0B62A584D49}"/>
              </a:ext>
            </a:extLst>
          </p:cNvPr>
          <p:cNvSpPr txBox="1"/>
          <p:nvPr/>
        </p:nvSpPr>
        <p:spPr>
          <a:xfrm>
            <a:off x="5761241" y="1240155"/>
            <a:ext cx="64120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DE8431"/>
                </a:solidFill>
                <a:latin typeface="Roboto"/>
              </a:rPr>
              <a:t>커밋 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594D06-0CAD-CAA9-9594-0E61DEAA6E58}"/>
              </a:ext>
            </a:extLst>
          </p:cNvPr>
          <p:cNvSpPr txBox="1"/>
          <p:nvPr/>
        </p:nvSpPr>
        <p:spPr>
          <a:xfrm>
            <a:off x="6600010" y="4852035"/>
            <a:ext cx="94256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0CB15"/>
                </a:solidFill>
                <a:latin typeface="Roboto"/>
              </a:rPr>
              <a:t>저장소 초기화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20A33D-CE66-4639-0F3C-FA56C3A58A10}"/>
              </a:ext>
            </a:extLst>
          </p:cNvPr>
          <p:cNvSpPr txBox="1"/>
          <p:nvPr/>
        </p:nvSpPr>
        <p:spPr>
          <a:xfrm>
            <a:off x="4489274" y="832485"/>
            <a:ext cx="3185167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Git 명령어를 어떻게 사용해야 할까요?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FCDAE6-83F8-08D7-8BE6-75E10068D25D}"/>
              </a:ext>
            </a:extLst>
          </p:cNvPr>
          <p:cNvSpPr txBox="1"/>
          <p:nvPr/>
        </p:nvSpPr>
        <p:spPr>
          <a:xfrm>
            <a:off x="7514410" y="2543175"/>
            <a:ext cx="94256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CC583"/>
                </a:solidFill>
                <a:latin typeface="Roboto"/>
              </a:rPr>
              <a:t>파일 스테이징</a:t>
            </a:r>
          </a:p>
        </p:txBody>
      </p:sp>
    </p:spTree>
    <p:extLst>
      <p:ext uri="{BB962C8B-B14F-4D97-AF65-F5344CB8AC3E}">
        <p14:creationId xmlns:p14="http://schemas.microsoft.com/office/powerpoint/2010/main" val="3965342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BB97-12B9-FCC5-4398-0805C3E5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03EFF-7B9D-275E-195F-2EF9A6D1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386"/>
            <a:ext cx="10515600" cy="883227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 b="1" dirty="0"/>
              <a:t>가지 치기와 합치기</a:t>
            </a:r>
            <a:r>
              <a:rPr lang="en-US" altLang="ko-KR" sz="4400" b="1" dirty="0"/>
              <a:t>: Branch &amp; Merge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07975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46586" y="1960458"/>
            <a:ext cx="2055828" cy="2498931"/>
          </a:xfrm>
          <a:custGeom>
            <a:avLst/>
            <a:gdLst/>
            <a:ahLst/>
            <a:cxnLst/>
            <a:rect l="0" t="0" r="0" b="0"/>
            <a:pathLst>
              <a:path w="2055828" h="2498931">
                <a:moveTo>
                  <a:pt x="31146" y="1318688"/>
                </a:moveTo>
                <a:cubicBezTo>
                  <a:pt x="62293" y="1370723"/>
                  <a:pt x="194881" y="1349797"/>
                  <a:pt x="202558" y="1370723"/>
                </a:cubicBezTo>
                <a:cubicBezTo>
                  <a:pt x="217741" y="1412138"/>
                  <a:pt x="213245" y="1464049"/>
                  <a:pt x="194881" y="1484823"/>
                </a:cubicBezTo>
                <a:cubicBezTo>
                  <a:pt x="176517" y="1505588"/>
                  <a:pt x="148828" y="1533277"/>
                  <a:pt x="223323" y="1605800"/>
                </a:cubicBezTo>
                <a:cubicBezTo>
                  <a:pt x="202558" y="1611363"/>
                  <a:pt x="168421" y="1644034"/>
                  <a:pt x="206406" y="1720176"/>
                </a:cubicBezTo>
                <a:cubicBezTo>
                  <a:pt x="213102" y="1733597"/>
                  <a:pt x="235353" y="1758248"/>
                  <a:pt x="217741" y="1799786"/>
                </a:cubicBezTo>
                <a:cubicBezTo>
                  <a:pt x="200129" y="1841315"/>
                  <a:pt x="202558" y="2000278"/>
                  <a:pt x="370074" y="2000278"/>
                </a:cubicBezTo>
                <a:cubicBezTo>
                  <a:pt x="771772" y="2005183"/>
                  <a:pt x="775344" y="2294658"/>
                  <a:pt x="685266" y="2498931"/>
                </a:cubicBezTo>
                <a:lnTo>
                  <a:pt x="1656645" y="2498931"/>
                </a:lnTo>
                <a:cubicBezTo>
                  <a:pt x="1626288" y="2437047"/>
                  <a:pt x="1574825" y="2321909"/>
                  <a:pt x="1556356" y="2190302"/>
                </a:cubicBezTo>
                <a:cubicBezTo>
                  <a:pt x="1551174" y="2153145"/>
                  <a:pt x="1548241" y="2117369"/>
                  <a:pt x="1548517" y="2081469"/>
                </a:cubicBezTo>
                <a:cubicBezTo>
                  <a:pt x="1550346" y="1922897"/>
                  <a:pt x="1616497" y="1762210"/>
                  <a:pt x="1829809" y="1471755"/>
                </a:cubicBezTo>
                <a:cubicBezTo>
                  <a:pt x="2008841" y="1227962"/>
                  <a:pt x="2055828" y="960815"/>
                  <a:pt x="2006193" y="722042"/>
                </a:cubicBezTo>
                <a:cubicBezTo>
                  <a:pt x="1922964" y="321478"/>
                  <a:pt x="1567843" y="0"/>
                  <a:pt x="1106690" y="0"/>
                </a:cubicBezTo>
                <a:cubicBezTo>
                  <a:pt x="573928" y="0"/>
                  <a:pt x="182718" y="280130"/>
                  <a:pt x="194881" y="784774"/>
                </a:cubicBezTo>
                <a:cubicBezTo>
                  <a:pt x="197958" y="912885"/>
                  <a:pt x="222875" y="945670"/>
                  <a:pt x="176517" y="1034872"/>
                </a:cubicBezTo>
                <a:cubicBezTo>
                  <a:pt x="158295" y="1069924"/>
                  <a:pt x="122158" y="1140209"/>
                  <a:pt x="89982" y="1173918"/>
                </a:cubicBezTo>
                <a:cubicBezTo>
                  <a:pt x="40281" y="1225991"/>
                  <a:pt x="0" y="1266644"/>
                  <a:pt x="31146" y="1318688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28531" y="1960458"/>
            <a:ext cx="2273881" cy="2498927"/>
          </a:xfrm>
          <a:custGeom>
            <a:avLst/>
            <a:gdLst/>
            <a:ahLst/>
            <a:cxnLst/>
            <a:rect l="0" t="0" r="0" b="0"/>
            <a:pathLst>
              <a:path w="2273881" h="2498927">
                <a:moveTo>
                  <a:pt x="249204" y="1318686"/>
                </a:moveTo>
                <a:cubicBezTo>
                  <a:pt x="280353" y="1370726"/>
                  <a:pt x="412935" y="1349798"/>
                  <a:pt x="420611" y="1370726"/>
                </a:cubicBezTo>
                <a:cubicBezTo>
                  <a:pt x="435796" y="1412136"/>
                  <a:pt x="431301" y="1464053"/>
                  <a:pt x="412935" y="1484819"/>
                </a:cubicBezTo>
                <a:cubicBezTo>
                  <a:pt x="394570" y="1505587"/>
                  <a:pt x="366881" y="1533275"/>
                  <a:pt x="441377" y="1605798"/>
                </a:cubicBezTo>
                <a:cubicBezTo>
                  <a:pt x="420611" y="1611363"/>
                  <a:pt x="386472" y="1644031"/>
                  <a:pt x="424466" y="1720175"/>
                </a:cubicBezTo>
                <a:cubicBezTo>
                  <a:pt x="431160" y="1733592"/>
                  <a:pt x="453409" y="1758248"/>
                  <a:pt x="435796" y="1799782"/>
                </a:cubicBezTo>
                <a:cubicBezTo>
                  <a:pt x="418183" y="1841314"/>
                  <a:pt x="420611" y="2000283"/>
                  <a:pt x="588127" y="2000283"/>
                </a:cubicBezTo>
                <a:cubicBezTo>
                  <a:pt x="989831" y="2005182"/>
                  <a:pt x="993401" y="2294660"/>
                  <a:pt x="903320" y="2498927"/>
                </a:cubicBezTo>
                <a:lnTo>
                  <a:pt x="1874704" y="2498927"/>
                </a:lnTo>
                <a:cubicBezTo>
                  <a:pt x="1844345" y="2437045"/>
                  <a:pt x="1792881" y="2321911"/>
                  <a:pt x="1774410" y="2190299"/>
                </a:cubicBezTo>
                <a:cubicBezTo>
                  <a:pt x="1769231" y="2153144"/>
                  <a:pt x="1766301" y="2117368"/>
                  <a:pt x="1766577" y="2081464"/>
                </a:cubicBezTo>
                <a:cubicBezTo>
                  <a:pt x="1768403" y="1922898"/>
                  <a:pt x="1834557" y="1762211"/>
                  <a:pt x="2047861" y="1471758"/>
                </a:cubicBezTo>
                <a:cubicBezTo>
                  <a:pt x="2226898" y="1227960"/>
                  <a:pt x="2273881" y="960812"/>
                  <a:pt x="2224245" y="722040"/>
                </a:cubicBezTo>
                <a:cubicBezTo>
                  <a:pt x="2141021" y="321479"/>
                  <a:pt x="1785897" y="0"/>
                  <a:pt x="1324747" y="0"/>
                </a:cubicBezTo>
                <a:cubicBezTo>
                  <a:pt x="791987" y="0"/>
                  <a:pt x="400770" y="280125"/>
                  <a:pt x="412935" y="784772"/>
                </a:cubicBezTo>
                <a:cubicBezTo>
                  <a:pt x="416014" y="912884"/>
                  <a:pt x="440934" y="945672"/>
                  <a:pt x="394570" y="1034875"/>
                </a:cubicBezTo>
                <a:cubicBezTo>
                  <a:pt x="376353" y="1069925"/>
                  <a:pt x="340215" y="1140212"/>
                  <a:pt x="308042" y="1173917"/>
                </a:cubicBezTo>
                <a:cubicBezTo>
                  <a:pt x="258337" y="1225989"/>
                  <a:pt x="218053" y="1266645"/>
                  <a:pt x="249204" y="1318686"/>
                </a:cubicBezTo>
                <a:close/>
                <a:moveTo>
                  <a:pt x="1353234" y="875889"/>
                </a:moveTo>
                <a:cubicBezTo>
                  <a:pt x="1372522" y="875889"/>
                  <a:pt x="1388200" y="891626"/>
                  <a:pt x="1388200" y="910988"/>
                </a:cubicBezTo>
                <a:cubicBezTo>
                  <a:pt x="1388200" y="944728"/>
                  <a:pt x="1360791" y="972241"/>
                  <a:pt x="1327181" y="972241"/>
                </a:cubicBezTo>
                <a:cubicBezTo>
                  <a:pt x="1293570" y="972241"/>
                  <a:pt x="1266163" y="944728"/>
                  <a:pt x="1266163" y="910988"/>
                </a:cubicBezTo>
                <a:cubicBezTo>
                  <a:pt x="1266163" y="862868"/>
                  <a:pt x="1305187" y="823579"/>
                  <a:pt x="1353234" y="823579"/>
                </a:cubicBezTo>
                <a:cubicBezTo>
                  <a:pt x="1401282" y="823579"/>
                  <a:pt x="1440307" y="862755"/>
                  <a:pt x="1440307" y="910988"/>
                </a:cubicBezTo>
                <a:cubicBezTo>
                  <a:pt x="1440307" y="973599"/>
                  <a:pt x="1389552" y="1024436"/>
                  <a:pt x="1327293" y="1024436"/>
                </a:cubicBezTo>
                <a:cubicBezTo>
                  <a:pt x="1265035" y="1024436"/>
                  <a:pt x="1214280" y="973486"/>
                  <a:pt x="1214280" y="910988"/>
                </a:cubicBezTo>
                <a:cubicBezTo>
                  <a:pt x="1214280" y="833996"/>
                  <a:pt x="1276651" y="771384"/>
                  <a:pt x="1353348" y="771384"/>
                </a:cubicBezTo>
                <a:cubicBezTo>
                  <a:pt x="1430044" y="771384"/>
                  <a:pt x="1492416" y="833996"/>
                  <a:pt x="1492416" y="910988"/>
                </a:cubicBezTo>
                <a:cubicBezTo>
                  <a:pt x="1492416" y="1002358"/>
                  <a:pt x="1418426" y="1076632"/>
                  <a:pt x="1327406" y="1076632"/>
                </a:cubicBezTo>
                <a:cubicBezTo>
                  <a:pt x="1236386" y="1076632"/>
                  <a:pt x="1162397" y="1002358"/>
                  <a:pt x="1162397" y="910988"/>
                </a:cubicBezTo>
                <a:cubicBezTo>
                  <a:pt x="1162397" y="805238"/>
                  <a:pt x="1248116" y="719188"/>
                  <a:pt x="1353460" y="719188"/>
                </a:cubicBezTo>
                <a:cubicBezTo>
                  <a:pt x="1458805" y="719188"/>
                  <a:pt x="1544524" y="805238"/>
                  <a:pt x="1544524" y="910988"/>
                </a:cubicBezTo>
                <a:cubicBezTo>
                  <a:pt x="1544524" y="1031116"/>
                  <a:pt x="1447187" y="1128940"/>
                  <a:pt x="1327406" y="1128940"/>
                </a:cubicBezTo>
                <a:cubicBezTo>
                  <a:pt x="1207625" y="1128940"/>
                  <a:pt x="1110289" y="1031229"/>
                  <a:pt x="1110289" y="910988"/>
                </a:cubicBezTo>
                <a:cubicBezTo>
                  <a:pt x="1110289" y="776479"/>
                  <a:pt x="1219355" y="666993"/>
                  <a:pt x="1353348" y="666993"/>
                </a:cubicBezTo>
                <a:cubicBezTo>
                  <a:pt x="1487340" y="666993"/>
                  <a:pt x="1596407" y="776479"/>
                  <a:pt x="1596407" y="910988"/>
                </a:cubicBezTo>
                <a:cubicBezTo>
                  <a:pt x="1596407" y="1059988"/>
                  <a:pt x="1475723" y="1181136"/>
                  <a:pt x="1327293" y="1181136"/>
                </a:cubicBezTo>
                <a:cubicBezTo>
                  <a:pt x="1178864" y="1181136"/>
                  <a:pt x="1058180" y="1059988"/>
                  <a:pt x="1058180" y="910988"/>
                </a:cubicBezTo>
                <a:cubicBezTo>
                  <a:pt x="1058180" y="747607"/>
                  <a:pt x="1190594" y="614685"/>
                  <a:pt x="1353348" y="614685"/>
                </a:cubicBezTo>
                <a:cubicBezTo>
                  <a:pt x="1516101" y="614685"/>
                  <a:pt x="1648515" y="747607"/>
                  <a:pt x="1648515" y="910988"/>
                </a:cubicBezTo>
                <a:cubicBezTo>
                  <a:pt x="1648515" y="1088746"/>
                  <a:pt x="1504484" y="1233332"/>
                  <a:pt x="1327406" y="1233332"/>
                </a:cubicBezTo>
                <a:cubicBezTo>
                  <a:pt x="1150329" y="1233332"/>
                  <a:pt x="1006298" y="1088746"/>
                  <a:pt x="1006298" y="910988"/>
                </a:cubicBezTo>
                <a:cubicBezTo>
                  <a:pt x="1006298" y="718849"/>
                  <a:pt x="1162059" y="562489"/>
                  <a:pt x="1353460" y="562489"/>
                </a:cubicBezTo>
                <a:cubicBezTo>
                  <a:pt x="1544862" y="562489"/>
                  <a:pt x="1700623" y="718849"/>
                  <a:pt x="1700623" y="910988"/>
                </a:cubicBezTo>
                <a:cubicBezTo>
                  <a:pt x="1700623" y="1117505"/>
                  <a:pt x="1533244" y="1285640"/>
                  <a:pt x="1327406" y="1285640"/>
                </a:cubicBezTo>
                <a:cubicBezTo>
                  <a:pt x="1121567" y="1285640"/>
                  <a:pt x="954190" y="1117618"/>
                  <a:pt x="954190" y="910988"/>
                </a:cubicBezTo>
                <a:cubicBezTo>
                  <a:pt x="954190" y="690090"/>
                  <a:pt x="1133297" y="510294"/>
                  <a:pt x="1353348" y="510294"/>
                </a:cubicBezTo>
                <a:cubicBezTo>
                  <a:pt x="1573397" y="510294"/>
                  <a:pt x="1752505" y="690090"/>
                  <a:pt x="1752505" y="910988"/>
                </a:cubicBezTo>
                <a:cubicBezTo>
                  <a:pt x="1752505" y="1146377"/>
                  <a:pt x="1561780" y="1337835"/>
                  <a:pt x="1327293" y="1337835"/>
                </a:cubicBezTo>
                <a:cubicBezTo>
                  <a:pt x="1092807" y="1337835"/>
                  <a:pt x="902082" y="1146377"/>
                  <a:pt x="902082" y="910988"/>
                </a:cubicBezTo>
                <a:cubicBezTo>
                  <a:pt x="902082" y="661219"/>
                  <a:pt x="1104537" y="458099"/>
                  <a:pt x="1353234" y="458099"/>
                </a:cubicBezTo>
                <a:cubicBezTo>
                  <a:pt x="1601933" y="458099"/>
                  <a:pt x="1804388" y="661332"/>
                  <a:pt x="1804388" y="910988"/>
                </a:cubicBezTo>
                <a:cubicBezTo>
                  <a:pt x="1804388" y="1175135"/>
                  <a:pt x="1590315" y="1390031"/>
                  <a:pt x="1327181" y="1390031"/>
                </a:cubicBezTo>
                <a:cubicBezTo>
                  <a:pt x="1064046" y="1390031"/>
                  <a:pt x="849973" y="1175135"/>
                  <a:pt x="849973" y="910988"/>
                </a:cubicBezTo>
                <a:cubicBezTo>
                  <a:pt x="849973" y="632460"/>
                  <a:pt x="1075663" y="405789"/>
                  <a:pt x="1353234" y="405789"/>
                </a:cubicBezTo>
                <a:cubicBezTo>
                  <a:pt x="1630807" y="405789"/>
                  <a:pt x="1856496" y="632460"/>
                  <a:pt x="1856496" y="910988"/>
                </a:cubicBezTo>
                <a:cubicBezTo>
                  <a:pt x="1856496" y="1203894"/>
                  <a:pt x="1619077" y="1442226"/>
                  <a:pt x="1327293" y="1442226"/>
                </a:cubicBezTo>
                <a:cubicBezTo>
                  <a:pt x="1035510" y="1442226"/>
                  <a:pt x="798204" y="1204007"/>
                  <a:pt x="798204" y="911101"/>
                </a:cubicBezTo>
                <a:cubicBezTo>
                  <a:pt x="798204" y="603702"/>
                  <a:pt x="1047240" y="353707"/>
                  <a:pt x="1353460" y="353707"/>
                </a:cubicBezTo>
                <a:cubicBezTo>
                  <a:pt x="1659680" y="353707"/>
                  <a:pt x="1908717" y="603702"/>
                  <a:pt x="1908717" y="911101"/>
                </a:cubicBezTo>
                <a:cubicBezTo>
                  <a:pt x="1908717" y="1218499"/>
                  <a:pt x="1647950" y="1494648"/>
                  <a:pt x="1327406" y="1494648"/>
                </a:cubicBezTo>
                <a:cubicBezTo>
                  <a:pt x="1006862" y="1494648"/>
                  <a:pt x="746208" y="1232765"/>
                  <a:pt x="746208" y="911101"/>
                </a:cubicBezTo>
                <a:cubicBezTo>
                  <a:pt x="746208" y="589436"/>
                  <a:pt x="1018592" y="301398"/>
                  <a:pt x="1353460" y="301398"/>
                </a:cubicBezTo>
                <a:cubicBezTo>
                  <a:pt x="1688329" y="301398"/>
                  <a:pt x="1960712" y="574830"/>
                  <a:pt x="1960712" y="910988"/>
                </a:cubicBezTo>
                <a:cubicBezTo>
                  <a:pt x="1960712" y="1247145"/>
                  <a:pt x="1676599" y="1546731"/>
                  <a:pt x="1327406" y="1546731"/>
                </a:cubicBezTo>
                <a:cubicBezTo>
                  <a:pt x="978214" y="1546731"/>
                  <a:pt x="694101" y="1261637"/>
                  <a:pt x="694101" y="911101"/>
                </a:cubicBezTo>
                <a:cubicBezTo>
                  <a:pt x="694101" y="560565"/>
                  <a:pt x="989944" y="249203"/>
                  <a:pt x="1353460" y="249203"/>
                </a:cubicBezTo>
                <a:cubicBezTo>
                  <a:pt x="1716977" y="249203"/>
                  <a:pt x="2012708" y="546071"/>
                  <a:pt x="2012708" y="911101"/>
                </a:cubicBezTo>
                <a:cubicBezTo>
                  <a:pt x="2012708" y="1276129"/>
                  <a:pt x="1705247" y="1599039"/>
                  <a:pt x="1327406" y="1599039"/>
                </a:cubicBezTo>
                <a:cubicBezTo>
                  <a:pt x="1189298" y="1599039"/>
                  <a:pt x="1060593" y="1557803"/>
                  <a:pt x="952869" y="1486953"/>
                </a:cubicBezTo>
                <a:cubicBezTo>
                  <a:pt x="611265" y="1262281"/>
                  <a:pt x="385057" y="819324"/>
                  <a:pt x="0" y="681843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02898" y="1925846"/>
            <a:ext cx="1791223" cy="2533535"/>
          </a:xfrm>
          <a:custGeom>
            <a:avLst/>
            <a:gdLst/>
            <a:ahLst/>
            <a:cxnLst/>
            <a:rect l="0" t="0" r="0" b="0"/>
            <a:pathLst>
              <a:path w="1791223" h="2533535">
                <a:moveTo>
                  <a:pt x="543887" y="2533535"/>
                </a:moveTo>
                <a:cubicBezTo>
                  <a:pt x="570318" y="2406824"/>
                  <a:pt x="596912" y="2257891"/>
                  <a:pt x="537562" y="2135752"/>
                </a:cubicBezTo>
                <a:cubicBezTo>
                  <a:pt x="532752" y="2125846"/>
                  <a:pt x="525437" y="2117455"/>
                  <a:pt x="516759" y="2110682"/>
                </a:cubicBezTo>
                <a:cubicBezTo>
                  <a:pt x="438502" y="2049570"/>
                  <a:pt x="319935" y="1955358"/>
                  <a:pt x="185870" y="1616097"/>
                </a:cubicBezTo>
                <a:cubicBezTo>
                  <a:pt x="183470" y="1610020"/>
                  <a:pt x="172659" y="1609324"/>
                  <a:pt x="168116" y="1614020"/>
                </a:cubicBezTo>
                <a:cubicBezTo>
                  <a:pt x="160248" y="1622174"/>
                  <a:pt x="148628" y="1628794"/>
                  <a:pt x="134673" y="1625345"/>
                </a:cubicBezTo>
                <a:cubicBezTo>
                  <a:pt x="78524" y="1611487"/>
                  <a:pt x="95354" y="1514446"/>
                  <a:pt x="58664" y="1427807"/>
                </a:cubicBezTo>
                <a:cubicBezTo>
                  <a:pt x="16306" y="1327765"/>
                  <a:pt x="0" y="1177356"/>
                  <a:pt x="41614" y="1122826"/>
                </a:cubicBezTo>
                <a:cubicBezTo>
                  <a:pt x="75990" y="1077772"/>
                  <a:pt x="116500" y="1099718"/>
                  <a:pt x="133311" y="1122826"/>
                </a:cubicBezTo>
                <a:cubicBezTo>
                  <a:pt x="82877" y="502472"/>
                  <a:pt x="199415" y="0"/>
                  <a:pt x="895616" y="0"/>
                </a:cubicBezTo>
                <a:cubicBezTo>
                  <a:pt x="1591808" y="0"/>
                  <a:pt x="1708356" y="502472"/>
                  <a:pt x="1657911" y="1122826"/>
                </a:cubicBezTo>
                <a:cubicBezTo>
                  <a:pt x="1674723" y="1099718"/>
                  <a:pt x="1715233" y="1077772"/>
                  <a:pt x="1749618" y="1122826"/>
                </a:cubicBezTo>
                <a:cubicBezTo>
                  <a:pt x="1791223" y="1177356"/>
                  <a:pt x="1774926" y="1327765"/>
                  <a:pt x="1732559" y="1427807"/>
                </a:cubicBezTo>
                <a:cubicBezTo>
                  <a:pt x="1695869" y="1514446"/>
                  <a:pt x="1712699" y="1611487"/>
                  <a:pt x="1656549" y="1625345"/>
                </a:cubicBezTo>
                <a:cubicBezTo>
                  <a:pt x="1642424" y="1628841"/>
                  <a:pt x="1630689" y="1622012"/>
                  <a:pt x="1622812" y="1613725"/>
                </a:cubicBezTo>
                <a:cubicBezTo>
                  <a:pt x="1618345" y="1609020"/>
                  <a:pt x="1607724" y="1609639"/>
                  <a:pt x="1605267" y="1615640"/>
                </a:cubicBezTo>
                <a:cubicBezTo>
                  <a:pt x="1459830" y="1970836"/>
                  <a:pt x="1351664" y="2051123"/>
                  <a:pt x="1274511" y="2110711"/>
                </a:cubicBezTo>
                <a:cubicBezTo>
                  <a:pt x="1265796" y="2117436"/>
                  <a:pt x="1258481" y="2125846"/>
                  <a:pt x="1253661" y="2135752"/>
                </a:cubicBezTo>
                <a:cubicBezTo>
                  <a:pt x="1194311" y="2257891"/>
                  <a:pt x="1220904" y="2406824"/>
                  <a:pt x="1247336" y="2533535"/>
                </a:cubicBezTo>
                <a:lnTo>
                  <a:pt x="543887" y="2533535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91150" y="1925846"/>
            <a:ext cx="2637372" cy="2533539"/>
          </a:xfrm>
          <a:custGeom>
            <a:avLst/>
            <a:gdLst/>
            <a:ahLst/>
            <a:cxnLst/>
            <a:rect l="0" t="0" r="0" b="0"/>
            <a:pathLst>
              <a:path w="2637372" h="2533539">
                <a:moveTo>
                  <a:pt x="955636" y="2533539"/>
                </a:moveTo>
                <a:cubicBezTo>
                  <a:pt x="982065" y="2406829"/>
                  <a:pt x="1008663" y="2257891"/>
                  <a:pt x="949307" y="2135748"/>
                </a:cubicBezTo>
                <a:cubicBezTo>
                  <a:pt x="944495" y="2125844"/>
                  <a:pt x="937183" y="2117456"/>
                  <a:pt x="928504" y="2110679"/>
                </a:cubicBezTo>
                <a:cubicBezTo>
                  <a:pt x="850249" y="2049566"/>
                  <a:pt x="731683" y="1955360"/>
                  <a:pt x="597615" y="1616096"/>
                </a:cubicBezTo>
                <a:cubicBezTo>
                  <a:pt x="595214" y="1610021"/>
                  <a:pt x="584404" y="1609323"/>
                  <a:pt x="579867" y="1614023"/>
                </a:cubicBezTo>
                <a:cubicBezTo>
                  <a:pt x="571996" y="1622174"/>
                  <a:pt x="560378" y="1628795"/>
                  <a:pt x="546419" y="1625348"/>
                </a:cubicBezTo>
                <a:cubicBezTo>
                  <a:pt x="490270" y="1611486"/>
                  <a:pt x="507101" y="1514447"/>
                  <a:pt x="470412" y="1427805"/>
                </a:cubicBezTo>
                <a:cubicBezTo>
                  <a:pt x="428050" y="1327767"/>
                  <a:pt x="411748" y="1177352"/>
                  <a:pt x="453358" y="1122825"/>
                </a:cubicBezTo>
                <a:cubicBezTo>
                  <a:pt x="487740" y="1077771"/>
                  <a:pt x="528247" y="1099720"/>
                  <a:pt x="545060" y="1122825"/>
                </a:cubicBezTo>
                <a:cubicBezTo>
                  <a:pt x="494620" y="502468"/>
                  <a:pt x="611161" y="0"/>
                  <a:pt x="1307359" y="0"/>
                </a:cubicBezTo>
                <a:cubicBezTo>
                  <a:pt x="2003559" y="0"/>
                  <a:pt x="2120100" y="502468"/>
                  <a:pt x="2069659" y="1122825"/>
                </a:cubicBezTo>
                <a:cubicBezTo>
                  <a:pt x="2086473" y="1099720"/>
                  <a:pt x="2126979" y="1077771"/>
                  <a:pt x="2161360" y="1122825"/>
                </a:cubicBezTo>
                <a:cubicBezTo>
                  <a:pt x="2202971" y="1177352"/>
                  <a:pt x="2186669" y="1327767"/>
                  <a:pt x="2144308" y="1427805"/>
                </a:cubicBezTo>
                <a:cubicBezTo>
                  <a:pt x="2107618" y="1514447"/>
                  <a:pt x="2124450" y="1611486"/>
                  <a:pt x="2068300" y="1625348"/>
                </a:cubicBezTo>
                <a:cubicBezTo>
                  <a:pt x="2054168" y="1628837"/>
                  <a:pt x="2042437" y="1622009"/>
                  <a:pt x="2034563" y="1613721"/>
                </a:cubicBezTo>
                <a:cubicBezTo>
                  <a:pt x="2030095" y="1609019"/>
                  <a:pt x="2019469" y="1609638"/>
                  <a:pt x="2017012" y="1615640"/>
                </a:cubicBezTo>
                <a:cubicBezTo>
                  <a:pt x="1871579" y="1970835"/>
                  <a:pt x="1763415" y="2051122"/>
                  <a:pt x="1686253" y="2110708"/>
                </a:cubicBezTo>
                <a:cubicBezTo>
                  <a:pt x="1677538" y="2117438"/>
                  <a:pt x="1670225" y="2125844"/>
                  <a:pt x="1665412" y="2135748"/>
                </a:cubicBezTo>
                <a:cubicBezTo>
                  <a:pt x="1606057" y="2257891"/>
                  <a:pt x="1632653" y="2406829"/>
                  <a:pt x="1659082" y="2533539"/>
                </a:cubicBezTo>
                <a:lnTo>
                  <a:pt x="955636" y="2533539"/>
                </a:lnTo>
                <a:close/>
                <a:moveTo>
                  <a:pt x="0" y="716456"/>
                </a:moveTo>
                <a:cubicBezTo>
                  <a:pt x="766434" y="958734"/>
                  <a:pt x="1218314" y="1837859"/>
                  <a:pt x="1704652" y="1067269"/>
                </a:cubicBezTo>
                <a:cubicBezTo>
                  <a:pt x="1897022" y="737856"/>
                  <a:pt x="1691923" y="386068"/>
                  <a:pt x="1306418" y="392727"/>
                </a:cubicBezTo>
                <a:cubicBezTo>
                  <a:pt x="1022926" y="393184"/>
                  <a:pt x="777312" y="603671"/>
                  <a:pt x="827191" y="898300"/>
                </a:cubicBezTo>
                <a:cubicBezTo>
                  <a:pt x="882194" y="1222194"/>
                  <a:pt x="1255430" y="1572689"/>
                  <a:pt x="1599159" y="1448322"/>
                </a:cubicBezTo>
                <a:cubicBezTo>
                  <a:pt x="1846684" y="1351546"/>
                  <a:pt x="1922172" y="1038993"/>
                  <a:pt x="1846989" y="800497"/>
                </a:cubicBezTo>
                <a:cubicBezTo>
                  <a:pt x="1777120" y="554959"/>
                  <a:pt x="1555204" y="356612"/>
                  <a:pt x="1301411" y="323351"/>
                </a:cubicBezTo>
                <a:cubicBezTo>
                  <a:pt x="1112327" y="295874"/>
                  <a:pt x="910707" y="358933"/>
                  <a:pt x="792792" y="510130"/>
                </a:cubicBezTo>
                <a:cubicBezTo>
                  <a:pt x="591287" y="773058"/>
                  <a:pt x="679503" y="1177554"/>
                  <a:pt x="911089" y="1399192"/>
                </a:cubicBezTo>
                <a:cubicBezTo>
                  <a:pt x="1244689" y="1727692"/>
                  <a:pt x="1822375" y="1631828"/>
                  <a:pt x="1933410" y="1148709"/>
                </a:cubicBezTo>
                <a:cubicBezTo>
                  <a:pt x="1982333" y="941722"/>
                  <a:pt x="1925153" y="716621"/>
                  <a:pt x="1799863" y="545788"/>
                </a:cubicBezTo>
                <a:cubicBezTo>
                  <a:pt x="1747995" y="474433"/>
                  <a:pt x="1684508" y="411337"/>
                  <a:pt x="1612498" y="360532"/>
                </a:cubicBezTo>
                <a:cubicBezTo>
                  <a:pt x="1415655" y="220029"/>
                  <a:pt x="1152192" y="180946"/>
                  <a:pt x="960930" y="326586"/>
                </a:cubicBezTo>
                <a:cubicBezTo>
                  <a:pt x="669374" y="554236"/>
                  <a:pt x="634401" y="1048355"/>
                  <a:pt x="870268" y="1327533"/>
                </a:cubicBezTo>
                <a:cubicBezTo>
                  <a:pt x="1009549" y="1493609"/>
                  <a:pt x="1237504" y="1588141"/>
                  <a:pt x="1451088" y="1556249"/>
                </a:cubicBezTo>
                <a:cubicBezTo>
                  <a:pt x="1784305" y="1511382"/>
                  <a:pt x="1994296" y="1146653"/>
                  <a:pt x="1939372" y="828430"/>
                </a:cubicBezTo>
                <a:cubicBezTo>
                  <a:pt x="1888231" y="480560"/>
                  <a:pt x="1524741" y="162526"/>
                  <a:pt x="1172336" y="230837"/>
                </a:cubicBezTo>
                <a:cubicBezTo>
                  <a:pt x="824287" y="313228"/>
                  <a:pt x="725102" y="793761"/>
                  <a:pt x="788893" y="1096419"/>
                </a:cubicBezTo>
                <a:cubicBezTo>
                  <a:pt x="865796" y="1487786"/>
                  <a:pt x="1256271" y="1543463"/>
                  <a:pt x="1543967" y="1322586"/>
                </a:cubicBezTo>
                <a:cubicBezTo>
                  <a:pt x="1718908" y="1190418"/>
                  <a:pt x="1810564" y="955650"/>
                  <a:pt x="1746504" y="743793"/>
                </a:cubicBezTo>
                <a:cubicBezTo>
                  <a:pt x="1667309" y="445968"/>
                  <a:pt x="1298315" y="222579"/>
                  <a:pt x="1008707" y="376515"/>
                </a:cubicBezTo>
                <a:cubicBezTo>
                  <a:pt x="676675" y="559983"/>
                  <a:pt x="699722" y="1057450"/>
                  <a:pt x="994489" y="1267900"/>
                </a:cubicBezTo>
                <a:cubicBezTo>
                  <a:pt x="1827100" y="1893864"/>
                  <a:pt x="2077444" y="491485"/>
                  <a:pt x="2637372" y="716456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89589" y="1960458"/>
            <a:ext cx="2055828" cy="2498931"/>
          </a:xfrm>
          <a:custGeom>
            <a:avLst/>
            <a:gdLst/>
            <a:ahLst/>
            <a:cxnLst/>
            <a:rect l="0" t="0" r="0" b="0"/>
            <a:pathLst>
              <a:path w="2055828" h="2498931">
                <a:moveTo>
                  <a:pt x="2024672" y="1318688"/>
                </a:moveTo>
                <a:cubicBezTo>
                  <a:pt x="1993525" y="1370723"/>
                  <a:pt x="1860946" y="1349797"/>
                  <a:pt x="1853269" y="1370723"/>
                </a:cubicBezTo>
                <a:cubicBezTo>
                  <a:pt x="1838086" y="1412138"/>
                  <a:pt x="1842582" y="1464049"/>
                  <a:pt x="1860946" y="1484823"/>
                </a:cubicBezTo>
                <a:cubicBezTo>
                  <a:pt x="1879311" y="1505588"/>
                  <a:pt x="1907000" y="1533277"/>
                  <a:pt x="1832505" y="1605800"/>
                </a:cubicBezTo>
                <a:cubicBezTo>
                  <a:pt x="1853269" y="1611363"/>
                  <a:pt x="1887407" y="1644034"/>
                  <a:pt x="1849412" y="1720176"/>
                </a:cubicBezTo>
                <a:cubicBezTo>
                  <a:pt x="1842716" y="1733597"/>
                  <a:pt x="1820465" y="1758248"/>
                  <a:pt x="1838086" y="1799786"/>
                </a:cubicBezTo>
                <a:cubicBezTo>
                  <a:pt x="1855698" y="1841315"/>
                  <a:pt x="1853269" y="2000278"/>
                  <a:pt x="1685753" y="2000278"/>
                </a:cubicBezTo>
                <a:cubicBezTo>
                  <a:pt x="1284046" y="2005183"/>
                  <a:pt x="1280474" y="2294658"/>
                  <a:pt x="1370561" y="2498931"/>
                </a:cubicBezTo>
                <a:lnTo>
                  <a:pt x="399173" y="2498931"/>
                </a:lnTo>
                <a:cubicBezTo>
                  <a:pt x="429539" y="2437047"/>
                  <a:pt x="480993" y="2321909"/>
                  <a:pt x="499471" y="2190302"/>
                </a:cubicBezTo>
                <a:cubicBezTo>
                  <a:pt x="504644" y="2153145"/>
                  <a:pt x="507577" y="2117369"/>
                  <a:pt x="507301" y="2081469"/>
                </a:cubicBezTo>
                <a:cubicBezTo>
                  <a:pt x="505472" y="1922897"/>
                  <a:pt x="439321" y="1762210"/>
                  <a:pt x="226018" y="1471755"/>
                </a:cubicBezTo>
                <a:cubicBezTo>
                  <a:pt x="46977" y="1227962"/>
                  <a:pt x="0" y="960815"/>
                  <a:pt x="49634" y="722042"/>
                </a:cubicBezTo>
                <a:cubicBezTo>
                  <a:pt x="132854" y="321478"/>
                  <a:pt x="487984" y="0"/>
                  <a:pt x="949128" y="0"/>
                </a:cubicBezTo>
                <a:cubicBezTo>
                  <a:pt x="1481889" y="0"/>
                  <a:pt x="1873110" y="280130"/>
                  <a:pt x="1860946" y="784774"/>
                </a:cubicBezTo>
                <a:cubicBezTo>
                  <a:pt x="1857860" y="912885"/>
                  <a:pt x="1832943" y="945670"/>
                  <a:pt x="1879311" y="1034872"/>
                </a:cubicBezTo>
                <a:cubicBezTo>
                  <a:pt x="1897522" y="1069924"/>
                  <a:pt x="1933660" y="1140209"/>
                  <a:pt x="1965836" y="1173918"/>
                </a:cubicBezTo>
                <a:cubicBezTo>
                  <a:pt x="2015537" y="1225991"/>
                  <a:pt x="2055828" y="1266644"/>
                  <a:pt x="2024672" y="1318688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89587" y="1960458"/>
            <a:ext cx="2301565" cy="2498927"/>
          </a:xfrm>
          <a:custGeom>
            <a:avLst/>
            <a:gdLst/>
            <a:ahLst/>
            <a:cxnLst/>
            <a:rect l="0" t="0" r="0" b="0"/>
            <a:pathLst>
              <a:path w="2301565" h="2498927">
                <a:moveTo>
                  <a:pt x="2024677" y="1318686"/>
                </a:moveTo>
                <a:cubicBezTo>
                  <a:pt x="1993528" y="1370726"/>
                  <a:pt x="1860945" y="1349798"/>
                  <a:pt x="1853271" y="1370726"/>
                </a:cubicBezTo>
                <a:cubicBezTo>
                  <a:pt x="1838084" y="1412136"/>
                  <a:pt x="1842580" y="1464053"/>
                  <a:pt x="1860945" y="1484819"/>
                </a:cubicBezTo>
                <a:cubicBezTo>
                  <a:pt x="1879311" y="1505587"/>
                  <a:pt x="1907000" y="1533275"/>
                  <a:pt x="1832504" y="1605798"/>
                </a:cubicBezTo>
                <a:cubicBezTo>
                  <a:pt x="1853271" y="1611363"/>
                  <a:pt x="1887409" y="1644031"/>
                  <a:pt x="1849416" y="1720175"/>
                </a:cubicBezTo>
                <a:cubicBezTo>
                  <a:pt x="1842721" y="1733592"/>
                  <a:pt x="1820472" y="1758248"/>
                  <a:pt x="1838084" y="1799782"/>
                </a:cubicBezTo>
                <a:cubicBezTo>
                  <a:pt x="1855698" y="1841314"/>
                  <a:pt x="1853271" y="2000283"/>
                  <a:pt x="1685754" y="2000283"/>
                </a:cubicBezTo>
                <a:cubicBezTo>
                  <a:pt x="1284050" y="2005182"/>
                  <a:pt x="1280480" y="2294660"/>
                  <a:pt x="1370561" y="2498927"/>
                </a:cubicBezTo>
                <a:lnTo>
                  <a:pt x="399177" y="2498927"/>
                </a:lnTo>
                <a:cubicBezTo>
                  <a:pt x="429537" y="2437045"/>
                  <a:pt x="481000" y="2321911"/>
                  <a:pt x="499470" y="2190299"/>
                </a:cubicBezTo>
                <a:cubicBezTo>
                  <a:pt x="504650" y="2153144"/>
                  <a:pt x="507580" y="2117368"/>
                  <a:pt x="507304" y="2081464"/>
                </a:cubicBezTo>
                <a:cubicBezTo>
                  <a:pt x="505479" y="1922898"/>
                  <a:pt x="439324" y="1762211"/>
                  <a:pt x="226020" y="1471758"/>
                </a:cubicBezTo>
                <a:cubicBezTo>
                  <a:pt x="46983" y="1227960"/>
                  <a:pt x="0" y="960812"/>
                  <a:pt x="49636" y="722040"/>
                </a:cubicBezTo>
                <a:cubicBezTo>
                  <a:pt x="132860" y="321479"/>
                  <a:pt x="487984" y="0"/>
                  <a:pt x="949134" y="0"/>
                </a:cubicBezTo>
                <a:cubicBezTo>
                  <a:pt x="1481894" y="0"/>
                  <a:pt x="1873111" y="280125"/>
                  <a:pt x="1860945" y="784772"/>
                </a:cubicBezTo>
                <a:cubicBezTo>
                  <a:pt x="1857867" y="912884"/>
                  <a:pt x="1832947" y="945672"/>
                  <a:pt x="1879311" y="1034875"/>
                </a:cubicBezTo>
                <a:cubicBezTo>
                  <a:pt x="1897528" y="1069925"/>
                  <a:pt x="1933666" y="1140212"/>
                  <a:pt x="1965839" y="1173917"/>
                </a:cubicBezTo>
                <a:cubicBezTo>
                  <a:pt x="2015544" y="1225989"/>
                  <a:pt x="2055828" y="1266645"/>
                  <a:pt x="2024677" y="1318686"/>
                </a:cubicBezTo>
                <a:close/>
                <a:moveTo>
                  <a:pt x="1234086" y="323625"/>
                </a:moveTo>
                <a:cubicBezTo>
                  <a:pt x="1161821" y="322783"/>
                  <a:pt x="1105365" y="344076"/>
                  <a:pt x="1061264" y="378255"/>
                </a:cubicBezTo>
                <a:cubicBezTo>
                  <a:pt x="921711" y="185948"/>
                  <a:pt x="634310" y="295250"/>
                  <a:pt x="573613" y="429833"/>
                </a:cubicBezTo>
                <a:cubicBezTo>
                  <a:pt x="560856" y="458101"/>
                  <a:pt x="554278" y="485620"/>
                  <a:pt x="552599" y="512507"/>
                </a:cubicBezTo>
                <a:cubicBezTo>
                  <a:pt x="437023" y="621184"/>
                  <a:pt x="398461" y="768602"/>
                  <a:pt x="441960" y="885821"/>
                </a:cubicBezTo>
                <a:cubicBezTo>
                  <a:pt x="388996" y="910378"/>
                  <a:pt x="350499" y="954517"/>
                  <a:pt x="331916" y="1029373"/>
                </a:cubicBezTo>
                <a:cubicBezTo>
                  <a:pt x="288573" y="1204036"/>
                  <a:pt x="508533" y="1350502"/>
                  <a:pt x="664579" y="1281843"/>
                </a:cubicBezTo>
                <a:cubicBezTo>
                  <a:pt x="698389" y="1334866"/>
                  <a:pt x="756903" y="1367881"/>
                  <a:pt x="822830" y="1379507"/>
                </a:cubicBezTo>
                <a:cubicBezTo>
                  <a:pt x="825599" y="1388351"/>
                  <a:pt x="829089" y="1397040"/>
                  <a:pt x="833355" y="1405565"/>
                </a:cubicBezTo>
                <a:cubicBezTo>
                  <a:pt x="886214" y="1511137"/>
                  <a:pt x="1082615" y="1544019"/>
                  <a:pt x="1252952" y="1411851"/>
                </a:cubicBezTo>
                <a:cubicBezTo>
                  <a:pt x="1330516" y="1351639"/>
                  <a:pt x="1369384" y="1285241"/>
                  <a:pt x="1381235" y="1223282"/>
                </a:cubicBezTo>
                <a:cubicBezTo>
                  <a:pt x="1474500" y="1150819"/>
                  <a:pt x="1538808" y="1050726"/>
                  <a:pt x="1562363" y="947849"/>
                </a:cubicBezTo>
                <a:cubicBezTo>
                  <a:pt x="1592950" y="814244"/>
                  <a:pt x="1571615" y="704757"/>
                  <a:pt x="1525256" y="626220"/>
                </a:cubicBezTo>
                <a:cubicBezTo>
                  <a:pt x="1532598" y="479027"/>
                  <a:pt x="1408360" y="325675"/>
                  <a:pt x="1234086" y="323625"/>
                </a:cubicBezTo>
                <a:close/>
                <a:moveTo>
                  <a:pt x="913841" y="685597"/>
                </a:moveTo>
                <a:cubicBezTo>
                  <a:pt x="902640" y="761392"/>
                  <a:pt x="904350" y="818868"/>
                  <a:pt x="904350" y="818868"/>
                </a:cubicBezTo>
                <a:moveTo>
                  <a:pt x="913841" y="685597"/>
                </a:moveTo>
                <a:cubicBezTo>
                  <a:pt x="922336" y="628112"/>
                  <a:pt x="938258" y="560089"/>
                  <a:pt x="967988" y="498617"/>
                </a:cubicBezTo>
                <a:moveTo>
                  <a:pt x="810288" y="677312"/>
                </a:moveTo>
                <a:cubicBezTo>
                  <a:pt x="844312" y="675187"/>
                  <a:pt x="879095" y="678737"/>
                  <a:pt x="913841" y="685597"/>
                </a:cubicBezTo>
                <a:moveTo>
                  <a:pt x="999763" y="708147"/>
                </a:moveTo>
                <a:cubicBezTo>
                  <a:pt x="971449" y="699253"/>
                  <a:pt x="942657" y="691287"/>
                  <a:pt x="913841" y="685597"/>
                </a:cubicBezTo>
                <a:moveTo>
                  <a:pt x="967988" y="498617"/>
                </a:moveTo>
                <a:cubicBezTo>
                  <a:pt x="972179" y="489950"/>
                  <a:pt x="976645" y="481414"/>
                  <a:pt x="981403" y="473055"/>
                </a:cubicBezTo>
                <a:moveTo>
                  <a:pt x="995309" y="488247"/>
                </a:moveTo>
                <a:cubicBezTo>
                  <a:pt x="986145" y="491147"/>
                  <a:pt x="977027" y="494593"/>
                  <a:pt x="967988" y="498617"/>
                </a:cubicBezTo>
                <a:moveTo>
                  <a:pt x="810288" y="677312"/>
                </a:moveTo>
                <a:cubicBezTo>
                  <a:pt x="832881" y="612441"/>
                  <a:pt x="873835" y="554918"/>
                  <a:pt x="933697" y="517004"/>
                </a:cubicBezTo>
                <a:cubicBezTo>
                  <a:pt x="944957" y="509877"/>
                  <a:pt x="956408" y="503772"/>
                  <a:pt x="967988" y="498617"/>
                </a:cubicBezTo>
                <a:moveTo>
                  <a:pt x="1109250" y="477830"/>
                </a:moveTo>
                <a:cubicBezTo>
                  <a:pt x="1104305" y="459968"/>
                  <a:pt x="1097618" y="442229"/>
                  <a:pt x="1088995" y="424641"/>
                </a:cubicBezTo>
                <a:cubicBezTo>
                  <a:pt x="1080613" y="407543"/>
                  <a:pt x="1071322" y="392116"/>
                  <a:pt x="1061264" y="378255"/>
                </a:cubicBezTo>
                <a:cubicBezTo>
                  <a:pt x="1028173" y="403901"/>
                  <a:pt x="1002039" y="436803"/>
                  <a:pt x="981403" y="473055"/>
                </a:cubicBezTo>
                <a:moveTo>
                  <a:pt x="981403" y="473055"/>
                </a:moveTo>
                <a:cubicBezTo>
                  <a:pt x="894610" y="388109"/>
                  <a:pt x="716639" y="375430"/>
                  <a:pt x="575071" y="492683"/>
                </a:cubicBezTo>
                <a:cubicBezTo>
                  <a:pt x="567282" y="499130"/>
                  <a:pt x="559791" y="505744"/>
                  <a:pt x="552599" y="512507"/>
                </a:cubicBezTo>
                <a:cubicBezTo>
                  <a:pt x="547279" y="597669"/>
                  <a:pt x="591104" y="676493"/>
                  <a:pt x="643400" y="752756"/>
                </a:cubicBezTo>
                <a:moveTo>
                  <a:pt x="995309" y="488247"/>
                </a:moveTo>
                <a:cubicBezTo>
                  <a:pt x="990984" y="482956"/>
                  <a:pt x="986341" y="477889"/>
                  <a:pt x="981403" y="473055"/>
                </a:cubicBezTo>
                <a:moveTo>
                  <a:pt x="1223182" y="513083"/>
                </a:moveTo>
                <a:cubicBezTo>
                  <a:pt x="1235634" y="504802"/>
                  <a:pt x="1250755" y="498241"/>
                  <a:pt x="1268991" y="493594"/>
                </a:cubicBezTo>
                <a:cubicBezTo>
                  <a:pt x="1356228" y="471380"/>
                  <a:pt x="1463178" y="521052"/>
                  <a:pt x="1525256" y="626220"/>
                </a:cubicBezTo>
                <a:cubicBezTo>
                  <a:pt x="1519882" y="733970"/>
                  <a:pt x="1443999" y="838419"/>
                  <a:pt x="1265619" y="877802"/>
                </a:cubicBezTo>
                <a:cubicBezTo>
                  <a:pt x="1244965" y="882361"/>
                  <a:pt x="1224094" y="885933"/>
                  <a:pt x="1203076" y="888662"/>
                </a:cubicBezTo>
                <a:moveTo>
                  <a:pt x="1203076" y="888662"/>
                </a:moveTo>
                <a:cubicBezTo>
                  <a:pt x="1138354" y="897062"/>
                  <a:pt x="1072238" y="897456"/>
                  <a:pt x="1006751" y="893978"/>
                </a:cubicBezTo>
                <a:moveTo>
                  <a:pt x="1210507" y="983847"/>
                </a:moveTo>
                <a:cubicBezTo>
                  <a:pt x="1209792" y="951847"/>
                  <a:pt x="1206942" y="919956"/>
                  <a:pt x="1203076" y="888662"/>
                </a:cubicBezTo>
                <a:moveTo>
                  <a:pt x="1203076" y="888662"/>
                </a:moveTo>
                <a:cubicBezTo>
                  <a:pt x="1197954" y="847197"/>
                  <a:pt x="1191046" y="806776"/>
                  <a:pt x="1184957" y="768532"/>
                </a:cubicBezTo>
                <a:moveTo>
                  <a:pt x="1006751" y="893978"/>
                </a:moveTo>
                <a:cubicBezTo>
                  <a:pt x="953407" y="891144"/>
                  <a:pt x="900480" y="885741"/>
                  <a:pt x="849065" y="880003"/>
                </a:cubicBezTo>
                <a:moveTo>
                  <a:pt x="1083454" y="736479"/>
                </a:moveTo>
                <a:cubicBezTo>
                  <a:pt x="1063023" y="789275"/>
                  <a:pt x="1035909" y="841995"/>
                  <a:pt x="1006751" y="893978"/>
                </a:cubicBezTo>
                <a:moveTo>
                  <a:pt x="1006751" y="893978"/>
                </a:moveTo>
                <a:cubicBezTo>
                  <a:pt x="985949" y="931063"/>
                  <a:pt x="964106" y="967775"/>
                  <a:pt x="942908" y="1003870"/>
                </a:cubicBezTo>
                <a:moveTo>
                  <a:pt x="849065" y="880003"/>
                </a:moveTo>
                <a:cubicBezTo>
                  <a:pt x="831025" y="877989"/>
                  <a:pt x="813170" y="875935"/>
                  <a:pt x="795549" y="873935"/>
                </a:cubicBezTo>
                <a:moveTo>
                  <a:pt x="999763" y="708147"/>
                </a:moveTo>
                <a:cubicBezTo>
                  <a:pt x="964992" y="767670"/>
                  <a:pt x="907906" y="824393"/>
                  <a:pt x="849065" y="880003"/>
                </a:cubicBezTo>
                <a:moveTo>
                  <a:pt x="849065" y="880003"/>
                </a:moveTo>
                <a:cubicBezTo>
                  <a:pt x="834981" y="893314"/>
                  <a:pt x="820796" y="906560"/>
                  <a:pt x="806793" y="919767"/>
                </a:cubicBezTo>
                <a:moveTo>
                  <a:pt x="795549" y="873935"/>
                </a:moveTo>
                <a:cubicBezTo>
                  <a:pt x="771014" y="871152"/>
                  <a:pt x="746931" y="868475"/>
                  <a:pt x="723428" y="866166"/>
                </a:cubicBezTo>
                <a:moveTo>
                  <a:pt x="810288" y="677312"/>
                </a:moveTo>
                <a:cubicBezTo>
                  <a:pt x="788561" y="739692"/>
                  <a:pt x="783811" y="808867"/>
                  <a:pt x="795549" y="873935"/>
                </a:cubicBezTo>
                <a:moveTo>
                  <a:pt x="806793" y="919767"/>
                </a:moveTo>
                <a:cubicBezTo>
                  <a:pt x="802106" y="904824"/>
                  <a:pt x="798356" y="889497"/>
                  <a:pt x="795549" y="873935"/>
                </a:cubicBezTo>
                <a:moveTo>
                  <a:pt x="723428" y="866166"/>
                </a:moveTo>
                <a:cubicBezTo>
                  <a:pt x="676154" y="861522"/>
                  <a:pt x="631225" y="858366"/>
                  <a:pt x="589678" y="858817"/>
                </a:cubicBezTo>
                <a:moveTo>
                  <a:pt x="773723" y="951350"/>
                </a:moveTo>
                <a:cubicBezTo>
                  <a:pt x="760188" y="922913"/>
                  <a:pt x="742675" y="894588"/>
                  <a:pt x="723428" y="866166"/>
                </a:cubicBezTo>
                <a:moveTo>
                  <a:pt x="723428" y="866166"/>
                </a:moveTo>
                <a:cubicBezTo>
                  <a:pt x="698048" y="828691"/>
                  <a:pt x="669657" y="791046"/>
                  <a:pt x="643400" y="752756"/>
                </a:cubicBezTo>
                <a:moveTo>
                  <a:pt x="605014" y="1041448"/>
                </a:moveTo>
                <a:cubicBezTo>
                  <a:pt x="582988" y="1036044"/>
                  <a:pt x="562537" y="1027448"/>
                  <a:pt x="543993" y="1014799"/>
                </a:cubicBezTo>
                <a:cubicBezTo>
                  <a:pt x="494542" y="981045"/>
                  <a:pt x="460664" y="936225"/>
                  <a:pt x="441960" y="885821"/>
                </a:cubicBezTo>
                <a:cubicBezTo>
                  <a:pt x="483263" y="866671"/>
                  <a:pt x="533364" y="859430"/>
                  <a:pt x="589678" y="858817"/>
                </a:cubicBezTo>
                <a:moveTo>
                  <a:pt x="605014" y="1041448"/>
                </a:moveTo>
                <a:cubicBezTo>
                  <a:pt x="583184" y="978369"/>
                  <a:pt x="578359" y="914063"/>
                  <a:pt x="589678" y="858817"/>
                </a:cubicBezTo>
                <a:moveTo>
                  <a:pt x="643400" y="752756"/>
                </a:moveTo>
                <a:cubicBezTo>
                  <a:pt x="643165" y="752992"/>
                  <a:pt x="642930" y="753230"/>
                  <a:pt x="642695" y="753468"/>
                </a:cubicBezTo>
                <a:cubicBezTo>
                  <a:pt x="616036" y="780434"/>
                  <a:pt x="598240" y="817035"/>
                  <a:pt x="589678" y="858817"/>
                </a:cubicBezTo>
                <a:moveTo>
                  <a:pt x="736071" y="1228361"/>
                </a:moveTo>
                <a:cubicBezTo>
                  <a:pt x="715058" y="1252809"/>
                  <a:pt x="690715" y="1270343"/>
                  <a:pt x="664579" y="1281843"/>
                </a:cubicBezTo>
                <a:cubicBezTo>
                  <a:pt x="646684" y="1253778"/>
                  <a:pt x="635709" y="1220106"/>
                  <a:pt x="634219" y="1181034"/>
                </a:cubicBezTo>
                <a:cubicBezTo>
                  <a:pt x="633475" y="1161462"/>
                  <a:pt x="636899" y="1142116"/>
                  <a:pt x="643659" y="1122932"/>
                </a:cubicBezTo>
                <a:moveTo>
                  <a:pt x="799822" y="1034539"/>
                </a:moveTo>
                <a:cubicBezTo>
                  <a:pt x="802629" y="1056351"/>
                  <a:pt x="801918" y="1078343"/>
                  <a:pt x="796717" y="1100604"/>
                </a:cubicBezTo>
                <a:cubicBezTo>
                  <a:pt x="783908" y="1155439"/>
                  <a:pt x="762654" y="1197433"/>
                  <a:pt x="736071" y="1228361"/>
                </a:cubicBezTo>
                <a:moveTo>
                  <a:pt x="817995" y="1280859"/>
                </a:moveTo>
                <a:cubicBezTo>
                  <a:pt x="787658" y="1265881"/>
                  <a:pt x="760369" y="1248149"/>
                  <a:pt x="736071" y="1228361"/>
                </a:cubicBezTo>
                <a:moveTo>
                  <a:pt x="643659" y="1122932"/>
                </a:moveTo>
                <a:cubicBezTo>
                  <a:pt x="667277" y="1161323"/>
                  <a:pt x="698005" y="1197363"/>
                  <a:pt x="736071" y="1228361"/>
                </a:cubicBezTo>
                <a:moveTo>
                  <a:pt x="799822" y="1034539"/>
                </a:moveTo>
                <a:cubicBezTo>
                  <a:pt x="796223" y="1006578"/>
                  <a:pt x="786842" y="978911"/>
                  <a:pt x="773723" y="951350"/>
                </a:cubicBezTo>
                <a:moveTo>
                  <a:pt x="859326" y="1022220"/>
                </a:moveTo>
                <a:cubicBezTo>
                  <a:pt x="839215" y="1026614"/>
                  <a:pt x="819342" y="1030819"/>
                  <a:pt x="799822" y="1034539"/>
                </a:cubicBezTo>
                <a:moveTo>
                  <a:pt x="799822" y="1034539"/>
                </a:moveTo>
                <a:cubicBezTo>
                  <a:pt x="759781" y="1042170"/>
                  <a:pt x="721221" y="1047763"/>
                  <a:pt x="685128" y="1048779"/>
                </a:cubicBezTo>
                <a:moveTo>
                  <a:pt x="806793" y="919767"/>
                </a:moveTo>
                <a:cubicBezTo>
                  <a:pt x="795606" y="930317"/>
                  <a:pt x="784535" y="940840"/>
                  <a:pt x="773723" y="951350"/>
                </a:cubicBezTo>
                <a:moveTo>
                  <a:pt x="773723" y="951350"/>
                </a:moveTo>
                <a:cubicBezTo>
                  <a:pt x="740294" y="983846"/>
                  <a:pt x="709347" y="1016206"/>
                  <a:pt x="685128" y="1048779"/>
                </a:cubicBezTo>
                <a:moveTo>
                  <a:pt x="643400" y="752756"/>
                </a:moveTo>
                <a:cubicBezTo>
                  <a:pt x="693924" y="701984"/>
                  <a:pt x="750955" y="681018"/>
                  <a:pt x="810288" y="677312"/>
                </a:cubicBezTo>
                <a:moveTo>
                  <a:pt x="1109250" y="477830"/>
                </a:moveTo>
                <a:cubicBezTo>
                  <a:pt x="1132636" y="562284"/>
                  <a:pt x="1117118" y="649485"/>
                  <a:pt x="1083454" y="736479"/>
                </a:cubicBezTo>
                <a:moveTo>
                  <a:pt x="1223182" y="513083"/>
                </a:moveTo>
                <a:cubicBezTo>
                  <a:pt x="1188694" y="495227"/>
                  <a:pt x="1149787" y="482448"/>
                  <a:pt x="1109250" y="477830"/>
                </a:cubicBezTo>
                <a:moveTo>
                  <a:pt x="1109250" y="477830"/>
                </a:moveTo>
                <a:cubicBezTo>
                  <a:pt x="1071924" y="473579"/>
                  <a:pt x="1033218" y="476249"/>
                  <a:pt x="995309" y="488247"/>
                </a:cubicBezTo>
                <a:moveTo>
                  <a:pt x="1083454" y="736479"/>
                </a:moveTo>
                <a:cubicBezTo>
                  <a:pt x="1056350" y="727014"/>
                  <a:pt x="1028299" y="717110"/>
                  <a:pt x="999763" y="708147"/>
                </a:cubicBezTo>
                <a:moveTo>
                  <a:pt x="1184957" y="768532"/>
                </a:moveTo>
                <a:cubicBezTo>
                  <a:pt x="1153494" y="760747"/>
                  <a:pt x="1119302" y="748998"/>
                  <a:pt x="1083454" y="736479"/>
                </a:cubicBezTo>
                <a:moveTo>
                  <a:pt x="942908" y="1003870"/>
                </a:moveTo>
                <a:cubicBezTo>
                  <a:pt x="929968" y="1025904"/>
                  <a:pt x="917268" y="1047709"/>
                  <a:pt x="905191" y="1069231"/>
                </a:cubicBezTo>
                <a:moveTo>
                  <a:pt x="1210507" y="983847"/>
                </a:moveTo>
                <a:cubicBezTo>
                  <a:pt x="1126275" y="969414"/>
                  <a:pt x="1033787" y="984567"/>
                  <a:pt x="942908" y="1003870"/>
                </a:cubicBezTo>
                <a:moveTo>
                  <a:pt x="942908" y="1003870"/>
                </a:moveTo>
                <a:cubicBezTo>
                  <a:pt x="914796" y="1009841"/>
                  <a:pt x="886838" y="1016208"/>
                  <a:pt x="859326" y="1022220"/>
                </a:cubicBezTo>
                <a:moveTo>
                  <a:pt x="905191" y="1069231"/>
                </a:moveTo>
                <a:cubicBezTo>
                  <a:pt x="863259" y="1143959"/>
                  <a:pt x="828845" y="1215263"/>
                  <a:pt x="817995" y="1280859"/>
                </a:cubicBezTo>
                <a:moveTo>
                  <a:pt x="905191" y="1069231"/>
                </a:moveTo>
                <a:cubicBezTo>
                  <a:pt x="888018" y="1055418"/>
                  <a:pt x="872722" y="1039600"/>
                  <a:pt x="859326" y="1022220"/>
                </a:cubicBezTo>
                <a:moveTo>
                  <a:pt x="1193582" y="1134124"/>
                </a:moveTo>
                <a:cubicBezTo>
                  <a:pt x="1112641" y="1149349"/>
                  <a:pt x="1030614" y="1141125"/>
                  <a:pt x="946547" y="1096505"/>
                </a:cubicBezTo>
                <a:cubicBezTo>
                  <a:pt x="931732" y="1088639"/>
                  <a:pt x="917943" y="1079488"/>
                  <a:pt x="905191" y="1069231"/>
                </a:cubicBezTo>
                <a:moveTo>
                  <a:pt x="1051730" y="1333750"/>
                </a:moveTo>
                <a:cubicBezTo>
                  <a:pt x="982894" y="1378200"/>
                  <a:pt x="898038" y="1392770"/>
                  <a:pt x="822830" y="1379507"/>
                </a:cubicBezTo>
                <a:cubicBezTo>
                  <a:pt x="813103" y="1348434"/>
                  <a:pt x="812274" y="1315440"/>
                  <a:pt x="817995" y="1280859"/>
                </a:cubicBezTo>
                <a:moveTo>
                  <a:pt x="1051730" y="1333750"/>
                </a:moveTo>
                <a:cubicBezTo>
                  <a:pt x="1007715" y="1333326"/>
                  <a:pt x="961862" y="1327661"/>
                  <a:pt x="914558" y="1315935"/>
                </a:cubicBezTo>
                <a:cubicBezTo>
                  <a:pt x="879487" y="1307239"/>
                  <a:pt x="847317" y="1295336"/>
                  <a:pt x="817995" y="1280859"/>
                </a:cubicBezTo>
                <a:moveTo>
                  <a:pt x="1356466" y="1075140"/>
                </a:moveTo>
                <a:cubicBezTo>
                  <a:pt x="1380794" y="1115878"/>
                  <a:pt x="1391846" y="1167801"/>
                  <a:pt x="1381235" y="1223282"/>
                </a:cubicBezTo>
                <a:cubicBezTo>
                  <a:pt x="1293671" y="1291315"/>
                  <a:pt x="1180583" y="1334992"/>
                  <a:pt x="1051730" y="1333750"/>
                </a:cubicBezTo>
                <a:moveTo>
                  <a:pt x="1356466" y="1075140"/>
                </a:moveTo>
                <a:cubicBezTo>
                  <a:pt x="1335051" y="1039282"/>
                  <a:pt x="1303348" y="1012091"/>
                  <a:pt x="1267077" y="998767"/>
                </a:cubicBezTo>
                <a:cubicBezTo>
                  <a:pt x="1248735" y="992031"/>
                  <a:pt x="1229838" y="987160"/>
                  <a:pt x="1210507" y="983847"/>
                </a:cubicBezTo>
                <a:moveTo>
                  <a:pt x="1193582" y="1134124"/>
                </a:moveTo>
                <a:cubicBezTo>
                  <a:pt x="1248274" y="1123837"/>
                  <a:pt x="1302471" y="1102845"/>
                  <a:pt x="1356466" y="1075140"/>
                </a:cubicBezTo>
                <a:moveTo>
                  <a:pt x="1356466" y="1075140"/>
                </a:moveTo>
                <a:cubicBezTo>
                  <a:pt x="1704654" y="896487"/>
                  <a:pt x="1853032" y="561662"/>
                  <a:pt x="2301565" y="681846"/>
                </a:cubicBezTo>
                <a:moveTo>
                  <a:pt x="1210507" y="983847"/>
                </a:moveTo>
                <a:cubicBezTo>
                  <a:pt x="1211634" y="1034302"/>
                  <a:pt x="1207455" y="1085028"/>
                  <a:pt x="1193582" y="1134124"/>
                </a:cubicBezTo>
                <a:moveTo>
                  <a:pt x="859326" y="1022220"/>
                </a:moveTo>
                <a:cubicBezTo>
                  <a:pt x="836044" y="992013"/>
                  <a:pt x="818498" y="957088"/>
                  <a:pt x="806793" y="919767"/>
                </a:cubicBezTo>
                <a:moveTo>
                  <a:pt x="685128" y="1048779"/>
                </a:moveTo>
                <a:cubicBezTo>
                  <a:pt x="656737" y="1049579"/>
                  <a:pt x="629873" y="1047547"/>
                  <a:pt x="605014" y="1041448"/>
                </a:cubicBezTo>
                <a:moveTo>
                  <a:pt x="685128" y="1048779"/>
                </a:moveTo>
                <a:cubicBezTo>
                  <a:pt x="666878" y="1073327"/>
                  <a:pt x="652448" y="1097994"/>
                  <a:pt x="643659" y="1122932"/>
                </a:cubicBezTo>
                <a:moveTo>
                  <a:pt x="643659" y="1122932"/>
                </a:moveTo>
                <a:cubicBezTo>
                  <a:pt x="627453" y="1096587"/>
                  <a:pt x="614595" y="1069136"/>
                  <a:pt x="605014" y="1041448"/>
                </a:cubicBezTo>
                <a:moveTo>
                  <a:pt x="995309" y="488247"/>
                </a:moveTo>
                <a:cubicBezTo>
                  <a:pt x="1015235" y="512625"/>
                  <a:pt x="1028396" y="541747"/>
                  <a:pt x="1032490" y="574571"/>
                </a:cubicBezTo>
                <a:cubicBezTo>
                  <a:pt x="1038272" y="620967"/>
                  <a:pt x="1024803" y="665283"/>
                  <a:pt x="999763" y="708147"/>
                </a:cubicBezTo>
                <a:moveTo>
                  <a:pt x="1051730" y="1333750"/>
                </a:moveTo>
                <a:cubicBezTo>
                  <a:pt x="1070355" y="1321724"/>
                  <a:pt x="1087806" y="1307509"/>
                  <a:pt x="1103577" y="1291068"/>
                </a:cubicBezTo>
                <a:cubicBezTo>
                  <a:pt x="1150046" y="1242635"/>
                  <a:pt x="1177960" y="1189414"/>
                  <a:pt x="1193582" y="1134124"/>
                </a:cubicBezTo>
                <a:moveTo>
                  <a:pt x="1223182" y="513083"/>
                </a:moveTo>
                <a:cubicBezTo>
                  <a:pt x="1155700" y="557968"/>
                  <a:pt x="1166623" y="653393"/>
                  <a:pt x="1184957" y="768532"/>
                </a:cubicBezTo>
                <a:moveTo>
                  <a:pt x="1223182" y="513083"/>
                </a:moveTo>
                <a:cubicBezTo>
                  <a:pt x="1314123" y="560170"/>
                  <a:pt x="1374337" y="642566"/>
                  <a:pt x="1352656" y="703734"/>
                </a:cubicBezTo>
                <a:cubicBezTo>
                  <a:pt x="1324655" y="782722"/>
                  <a:pt x="1263253" y="787904"/>
                  <a:pt x="1184957" y="768532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89179" y="1241320"/>
            <a:ext cx="182582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484848"/>
                </a:solidFill>
                <a:latin typeface="Roboto"/>
              </a:rPr>
              <a:t>Git 브랜치 및 병합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5298" y="4935642"/>
            <a:ext cx="99386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DE8431"/>
                </a:solidFill>
                <a:latin typeface="Roboto"/>
              </a:rPr>
              <a:t>브랜치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9696" y="4935642"/>
            <a:ext cx="80470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0CB15"/>
                </a:solidFill>
                <a:latin typeface="Roboto"/>
              </a:rPr>
              <a:t>기능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4998" y="4935642"/>
            <a:ext cx="99386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3CC583"/>
                </a:solidFill>
                <a:latin typeface="Roboto"/>
              </a:rPr>
              <a:t>브랜치 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5863" y="5273780"/>
            <a:ext cx="1692771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484848"/>
                </a:solidFill>
                <a:latin typeface="Roboto"/>
              </a:rPr>
              <a:t>새로운 기능 개발을 위한 독
립적인 브랜치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3351" y="5273780"/>
            <a:ext cx="1657505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484848"/>
                </a:solidFill>
                <a:latin typeface="Roboto"/>
              </a:rPr>
              <a:t>브랜치에서 새로운 기능 개
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7921" y="5273780"/>
            <a:ext cx="1728037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484848"/>
                </a:solidFill>
                <a:latin typeface="Roboto"/>
              </a:rPr>
              <a:t>기능 개발 완료 후 메인 코드
에 병합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5492-17F6-55E3-6559-946D5C8B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D8A38-FA25-982D-5636-29750608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386"/>
            <a:ext cx="10515600" cy="883227"/>
          </a:xfrm>
        </p:spPr>
        <p:txBody>
          <a:bodyPr>
            <a:normAutofit/>
          </a:bodyPr>
          <a:lstStyle/>
          <a:p>
            <a:pPr algn="ctr"/>
            <a:r>
              <a:rPr lang="en-US" altLang="ko-KR" sz="4400" b="1" dirty="0"/>
              <a:t>Git vs GitHub: </a:t>
            </a:r>
            <a:r>
              <a:rPr lang="ko-KR" altLang="en-US" sz="4400" b="1" dirty="0"/>
              <a:t>도구와 플랫폼의 차이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73300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96383" y="2364072"/>
            <a:ext cx="3794223" cy="1001253"/>
          </a:xfrm>
          <a:custGeom>
            <a:avLst/>
            <a:gdLst/>
            <a:ahLst/>
            <a:cxnLst/>
            <a:rect l="0" t="0" r="0" b="0"/>
            <a:pathLst>
              <a:path w="3794223" h="1001253">
                <a:moveTo>
                  <a:pt x="737765" y="737809"/>
                </a:moveTo>
                <a:lnTo>
                  <a:pt x="737765" y="1001253"/>
                </a:lnTo>
                <a:lnTo>
                  <a:pt x="0" y="1001253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588473"/>
                </a:lnTo>
                <a:cubicBezTo>
                  <a:pt x="3794223" y="821300"/>
                  <a:pt x="3605478" y="1001253"/>
                  <a:pt x="3372642" y="1001253"/>
                </a:cubicBezTo>
                <a:lnTo>
                  <a:pt x="737765" y="1001253"/>
                </a:lnTo>
                <a:lnTo>
                  <a:pt x="737765" y="737800"/>
                </a:lnTo>
                <a:lnTo>
                  <a:pt x="421580" y="737800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737765" y="73780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96382" y="2364072"/>
            <a:ext cx="3794224" cy="1001253"/>
          </a:xfrm>
          <a:custGeom>
            <a:avLst/>
            <a:gdLst/>
            <a:ahLst/>
            <a:cxnLst/>
            <a:rect l="0" t="0" r="0" b="0"/>
            <a:pathLst>
              <a:path w="3794224" h="1001253">
                <a:moveTo>
                  <a:pt x="843160" y="1001253"/>
                </a:moveTo>
                <a:lnTo>
                  <a:pt x="0" y="1001253"/>
                </a:lnTo>
                <a:moveTo>
                  <a:pt x="843160" y="1001247"/>
                </a:moveTo>
                <a:lnTo>
                  <a:pt x="3372642" y="1001247"/>
                </a:lnTo>
                <a:cubicBezTo>
                  <a:pt x="3602538" y="1001247"/>
                  <a:pt x="3789455" y="817230"/>
                  <a:pt x="3794133" y="588455"/>
                </a:cubicBezTo>
                <a:lnTo>
                  <a:pt x="3794133" y="579672"/>
                </a:lnTo>
                <a:moveTo>
                  <a:pt x="68" y="1001253"/>
                </a:moveTo>
                <a:lnTo>
                  <a:pt x="69" y="421580"/>
                </a:lnTo>
                <a:moveTo>
                  <a:pt x="3794223" y="579672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196383" y="3576115"/>
            <a:ext cx="3794223" cy="843160"/>
          </a:xfrm>
          <a:custGeom>
            <a:avLst/>
            <a:gdLst/>
            <a:ahLst/>
            <a:cxnLst/>
            <a:rect l="0" t="0" r="0" b="0"/>
            <a:pathLst>
              <a:path w="3794223" h="843160">
                <a:moveTo>
                  <a:pt x="737765" y="737783"/>
                </a:moveTo>
                <a:lnTo>
                  <a:pt x="737765" y="843160"/>
                </a:lnTo>
                <a:lnTo>
                  <a:pt x="0" y="843160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430380"/>
                </a:lnTo>
                <a:cubicBezTo>
                  <a:pt x="3794223" y="663207"/>
                  <a:pt x="3605478" y="843160"/>
                  <a:pt x="3372642" y="843160"/>
                </a:cubicBezTo>
                <a:lnTo>
                  <a:pt x="737765" y="843160"/>
                </a:lnTo>
                <a:lnTo>
                  <a:pt x="737765" y="737800"/>
                </a:lnTo>
                <a:lnTo>
                  <a:pt x="421580" y="737800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737765" y="73780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6382" y="3576115"/>
            <a:ext cx="3794224" cy="843160"/>
          </a:xfrm>
          <a:custGeom>
            <a:avLst/>
            <a:gdLst/>
            <a:ahLst/>
            <a:cxnLst/>
            <a:rect l="0" t="0" r="0" b="0"/>
            <a:pathLst>
              <a:path w="3794224" h="843160">
                <a:moveTo>
                  <a:pt x="843160" y="843160"/>
                </a:moveTo>
                <a:lnTo>
                  <a:pt x="0" y="843160"/>
                </a:lnTo>
                <a:moveTo>
                  <a:pt x="843160" y="843154"/>
                </a:moveTo>
                <a:lnTo>
                  <a:pt x="3372642" y="843154"/>
                </a:lnTo>
                <a:cubicBezTo>
                  <a:pt x="3602538" y="843154"/>
                  <a:pt x="3789455" y="659138"/>
                  <a:pt x="3794133" y="430363"/>
                </a:cubicBezTo>
                <a:lnTo>
                  <a:pt x="3794133" y="421580"/>
                </a:lnTo>
                <a:moveTo>
                  <a:pt x="68" y="843160"/>
                </a:moveTo>
                <a:lnTo>
                  <a:pt x="69" y="421580"/>
                </a:lnTo>
                <a:moveTo>
                  <a:pt x="3794223" y="421580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6382" y="4630066"/>
            <a:ext cx="3794223" cy="1159345"/>
          </a:xfrm>
          <a:custGeom>
            <a:avLst/>
            <a:gdLst/>
            <a:ahLst/>
            <a:cxnLst/>
            <a:rect l="0" t="0" r="0" b="0"/>
            <a:pathLst>
              <a:path w="3794223" h="1159345">
                <a:moveTo>
                  <a:pt x="737765" y="737835"/>
                </a:moveTo>
                <a:lnTo>
                  <a:pt x="737765" y="1159345"/>
                </a:lnTo>
                <a:lnTo>
                  <a:pt x="0" y="1159345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746566"/>
                </a:lnTo>
                <a:cubicBezTo>
                  <a:pt x="3794223" y="979392"/>
                  <a:pt x="3605478" y="1159345"/>
                  <a:pt x="3372642" y="1159345"/>
                </a:cubicBezTo>
                <a:lnTo>
                  <a:pt x="737765" y="1159345"/>
                </a:lnTo>
                <a:lnTo>
                  <a:pt x="737765" y="737800"/>
                </a:lnTo>
                <a:lnTo>
                  <a:pt x="421580" y="737800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737765" y="73780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96382" y="4630066"/>
            <a:ext cx="3794224" cy="1159345"/>
          </a:xfrm>
          <a:custGeom>
            <a:avLst/>
            <a:gdLst/>
            <a:ahLst/>
            <a:cxnLst/>
            <a:rect l="0" t="0" r="0" b="0"/>
            <a:pathLst>
              <a:path w="3794224" h="1159345">
                <a:moveTo>
                  <a:pt x="843160" y="1159345"/>
                </a:moveTo>
                <a:lnTo>
                  <a:pt x="0" y="1159345"/>
                </a:lnTo>
                <a:moveTo>
                  <a:pt x="843160" y="1159339"/>
                </a:moveTo>
                <a:lnTo>
                  <a:pt x="3372642" y="1159339"/>
                </a:lnTo>
                <a:cubicBezTo>
                  <a:pt x="3602538" y="1159339"/>
                  <a:pt x="3789455" y="975323"/>
                  <a:pt x="3794133" y="746548"/>
                </a:cubicBezTo>
                <a:lnTo>
                  <a:pt x="3794133" y="737765"/>
                </a:lnTo>
                <a:moveTo>
                  <a:pt x="67" y="1159345"/>
                </a:moveTo>
                <a:lnTo>
                  <a:pt x="68" y="421580"/>
                </a:lnTo>
                <a:moveTo>
                  <a:pt x="3794223" y="737765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1396" y="2364072"/>
            <a:ext cx="3794223" cy="1001253"/>
          </a:xfrm>
          <a:custGeom>
            <a:avLst/>
            <a:gdLst/>
            <a:ahLst/>
            <a:cxnLst/>
            <a:rect l="0" t="0" r="0" b="0"/>
            <a:pathLst>
              <a:path w="3794223" h="1001253">
                <a:moveTo>
                  <a:pt x="737765" y="737809"/>
                </a:moveTo>
                <a:lnTo>
                  <a:pt x="737765" y="1001253"/>
                </a:lnTo>
                <a:lnTo>
                  <a:pt x="0" y="1001253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588473"/>
                </a:lnTo>
                <a:cubicBezTo>
                  <a:pt x="3794223" y="821300"/>
                  <a:pt x="3605478" y="1001253"/>
                  <a:pt x="3372642" y="1001253"/>
                </a:cubicBezTo>
                <a:lnTo>
                  <a:pt x="737765" y="1001253"/>
                </a:lnTo>
                <a:lnTo>
                  <a:pt x="737765" y="737800"/>
                </a:lnTo>
                <a:lnTo>
                  <a:pt x="421580" y="737800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737765" y="737800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1395" y="2364072"/>
            <a:ext cx="3794224" cy="1001253"/>
          </a:xfrm>
          <a:custGeom>
            <a:avLst/>
            <a:gdLst/>
            <a:ahLst/>
            <a:cxnLst/>
            <a:rect l="0" t="0" r="0" b="0"/>
            <a:pathLst>
              <a:path w="3794224" h="1001253">
                <a:moveTo>
                  <a:pt x="843160" y="1001253"/>
                </a:moveTo>
                <a:lnTo>
                  <a:pt x="0" y="1001253"/>
                </a:lnTo>
                <a:moveTo>
                  <a:pt x="843160" y="1001247"/>
                </a:moveTo>
                <a:lnTo>
                  <a:pt x="3372642" y="1001247"/>
                </a:lnTo>
                <a:cubicBezTo>
                  <a:pt x="3602538" y="1001247"/>
                  <a:pt x="3789455" y="817230"/>
                  <a:pt x="3794133" y="588455"/>
                </a:cubicBezTo>
                <a:lnTo>
                  <a:pt x="3794133" y="579672"/>
                </a:lnTo>
                <a:moveTo>
                  <a:pt x="68" y="1001253"/>
                </a:moveTo>
                <a:lnTo>
                  <a:pt x="69" y="421580"/>
                </a:lnTo>
                <a:moveTo>
                  <a:pt x="3794223" y="579672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01396" y="3576115"/>
            <a:ext cx="3794223" cy="843160"/>
          </a:xfrm>
          <a:custGeom>
            <a:avLst/>
            <a:gdLst/>
            <a:ahLst/>
            <a:cxnLst/>
            <a:rect l="0" t="0" r="0" b="0"/>
            <a:pathLst>
              <a:path w="3794223" h="843160">
                <a:moveTo>
                  <a:pt x="737765" y="737783"/>
                </a:moveTo>
                <a:lnTo>
                  <a:pt x="737765" y="843160"/>
                </a:lnTo>
                <a:lnTo>
                  <a:pt x="0" y="843160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430380"/>
                </a:lnTo>
                <a:cubicBezTo>
                  <a:pt x="3794223" y="663207"/>
                  <a:pt x="3605478" y="843160"/>
                  <a:pt x="3372642" y="843160"/>
                </a:cubicBezTo>
                <a:lnTo>
                  <a:pt x="737765" y="843160"/>
                </a:lnTo>
                <a:lnTo>
                  <a:pt x="737765" y="737800"/>
                </a:lnTo>
                <a:lnTo>
                  <a:pt x="421580" y="737800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737765" y="737800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01395" y="3576115"/>
            <a:ext cx="3794224" cy="843160"/>
          </a:xfrm>
          <a:custGeom>
            <a:avLst/>
            <a:gdLst/>
            <a:ahLst/>
            <a:cxnLst/>
            <a:rect l="0" t="0" r="0" b="0"/>
            <a:pathLst>
              <a:path w="3794224" h="843160">
                <a:moveTo>
                  <a:pt x="843160" y="843160"/>
                </a:moveTo>
                <a:lnTo>
                  <a:pt x="0" y="843160"/>
                </a:lnTo>
                <a:moveTo>
                  <a:pt x="843160" y="843154"/>
                </a:moveTo>
                <a:lnTo>
                  <a:pt x="3372642" y="843154"/>
                </a:lnTo>
                <a:cubicBezTo>
                  <a:pt x="3602538" y="843154"/>
                  <a:pt x="3789455" y="659138"/>
                  <a:pt x="3794133" y="430363"/>
                </a:cubicBezTo>
                <a:lnTo>
                  <a:pt x="3794133" y="421580"/>
                </a:lnTo>
                <a:moveTo>
                  <a:pt x="68" y="843160"/>
                </a:moveTo>
                <a:lnTo>
                  <a:pt x="69" y="421580"/>
                </a:lnTo>
                <a:moveTo>
                  <a:pt x="3794223" y="421580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01396" y="4630066"/>
            <a:ext cx="3794223" cy="1212043"/>
          </a:xfrm>
          <a:custGeom>
            <a:avLst/>
            <a:gdLst/>
            <a:ahLst/>
            <a:cxnLst/>
            <a:rect l="0" t="0" r="0" b="0"/>
            <a:pathLst>
              <a:path w="3794223" h="1212043">
                <a:moveTo>
                  <a:pt x="0" y="1212043"/>
                </a:moveTo>
                <a:lnTo>
                  <a:pt x="0" y="737844"/>
                </a:lnTo>
                <a:lnTo>
                  <a:pt x="421580" y="737844"/>
                </a:lnTo>
                <a:cubicBezTo>
                  <a:pt x="596211" y="737800"/>
                  <a:pt x="737765" y="588473"/>
                  <a:pt x="737765" y="430380"/>
                </a:cubicBezTo>
                <a:lnTo>
                  <a:pt x="737765" y="412797"/>
                </a:lnTo>
                <a:cubicBezTo>
                  <a:pt x="737765" y="254704"/>
                  <a:pt x="596202" y="105395"/>
                  <a:pt x="421580" y="105395"/>
                </a:cubicBezTo>
                <a:cubicBezTo>
                  <a:pt x="246958" y="105395"/>
                  <a:pt x="105395" y="250313"/>
                  <a:pt x="105395" y="412797"/>
                </a:cubicBezTo>
                <a:lnTo>
                  <a:pt x="105395" y="430380"/>
                </a:lnTo>
                <a:cubicBezTo>
                  <a:pt x="105403" y="588473"/>
                  <a:pt x="246958" y="737800"/>
                  <a:pt x="421580" y="737800"/>
                </a:cubicBezTo>
                <a:lnTo>
                  <a:pt x="0" y="737800"/>
                </a:lnTo>
                <a:lnTo>
                  <a:pt x="0" y="412797"/>
                </a:lnTo>
                <a:cubicBezTo>
                  <a:pt x="0" y="179962"/>
                  <a:pt x="188745" y="0"/>
                  <a:pt x="421580" y="0"/>
                </a:cubicBezTo>
                <a:lnTo>
                  <a:pt x="3794223" y="0"/>
                </a:lnTo>
                <a:lnTo>
                  <a:pt x="3794223" y="799263"/>
                </a:lnTo>
                <a:cubicBezTo>
                  <a:pt x="3794223" y="1032090"/>
                  <a:pt x="3605478" y="1212043"/>
                  <a:pt x="3372642" y="1212043"/>
                </a:cubicBezTo>
                <a:lnTo>
                  <a:pt x="0" y="1212043"/>
                </a:ln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01395" y="4630066"/>
            <a:ext cx="3794224" cy="1212043"/>
          </a:xfrm>
          <a:custGeom>
            <a:avLst/>
            <a:gdLst/>
            <a:ahLst/>
            <a:cxnLst/>
            <a:rect l="0" t="0" r="0" b="0"/>
            <a:pathLst>
              <a:path w="3794224" h="1212043">
                <a:moveTo>
                  <a:pt x="843160" y="1212043"/>
                </a:moveTo>
                <a:lnTo>
                  <a:pt x="0" y="1212043"/>
                </a:lnTo>
                <a:moveTo>
                  <a:pt x="843160" y="1212037"/>
                </a:moveTo>
                <a:lnTo>
                  <a:pt x="3372642" y="1212037"/>
                </a:lnTo>
                <a:cubicBezTo>
                  <a:pt x="3602538" y="1212037"/>
                  <a:pt x="3789455" y="1028021"/>
                  <a:pt x="3794133" y="799246"/>
                </a:cubicBezTo>
                <a:lnTo>
                  <a:pt x="3794133" y="790463"/>
                </a:lnTo>
                <a:moveTo>
                  <a:pt x="67" y="1212043"/>
                </a:moveTo>
                <a:lnTo>
                  <a:pt x="68" y="421580"/>
                </a:lnTo>
                <a:moveTo>
                  <a:pt x="3794223" y="790463"/>
                </a:moveTo>
                <a:lnTo>
                  <a:pt x="3794224" y="0"/>
                </a:lnTo>
                <a:moveTo>
                  <a:pt x="105395" y="412797"/>
                </a:moveTo>
                <a:cubicBezTo>
                  <a:pt x="110046" y="242233"/>
                  <a:pt x="249773" y="105395"/>
                  <a:pt x="421460" y="105395"/>
                </a:cubicBezTo>
                <a:cubicBezTo>
                  <a:pt x="593147" y="105395"/>
                  <a:pt x="732874" y="242233"/>
                  <a:pt x="737526" y="412797"/>
                </a:cubicBezTo>
                <a:lnTo>
                  <a:pt x="737526" y="430363"/>
                </a:lnTo>
                <a:cubicBezTo>
                  <a:pt x="732875" y="600926"/>
                  <a:pt x="593147" y="737766"/>
                  <a:pt x="421460" y="737766"/>
                </a:cubicBezTo>
                <a:cubicBezTo>
                  <a:pt x="249773" y="737766"/>
                  <a:pt x="110046" y="600927"/>
                  <a:pt x="105395" y="430364"/>
                </a:cubicBezTo>
                <a:lnTo>
                  <a:pt x="105395" y="412797"/>
                </a:lnTo>
                <a:close/>
                <a:moveTo>
                  <a:pt x="3794044" y="17"/>
                </a:moveTo>
                <a:lnTo>
                  <a:pt x="3794044" y="33"/>
                </a:lnTo>
                <a:lnTo>
                  <a:pt x="421490" y="33"/>
                </a:lnTo>
                <a:cubicBezTo>
                  <a:pt x="191593" y="33"/>
                  <a:pt x="4675" y="184053"/>
                  <a:pt x="0" y="412831"/>
                </a:cubicBezTo>
                <a:lnTo>
                  <a:pt x="0" y="421579"/>
                </a:lnTo>
              </a:path>
            </a:pathLst>
          </a:custGeom>
          <a:noFill/>
          <a:ln w="131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32834" y="4840856"/>
            <a:ext cx="378350" cy="421580"/>
          </a:xfrm>
          <a:custGeom>
            <a:avLst/>
            <a:gdLst/>
            <a:ahLst/>
            <a:cxnLst/>
            <a:rect l="0" t="0" r="0" b="0"/>
            <a:pathLst>
              <a:path w="378350" h="421580">
                <a:moveTo>
                  <a:pt x="111446" y="388029"/>
                </a:moveTo>
                <a:cubicBezTo>
                  <a:pt x="112614" y="386167"/>
                  <a:pt x="112157" y="383717"/>
                  <a:pt x="110392" y="382408"/>
                </a:cubicBezTo>
                <a:cubicBezTo>
                  <a:pt x="98166" y="372501"/>
                  <a:pt x="82910" y="367108"/>
                  <a:pt x="67180" y="367126"/>
                </a:cubicBezTo>
                <a:cubicBezTo>
                  <a:pt x="36800" y="367249"/>
                  <a:pt x="9942" y="386879"/>
                  <a:pt x="606" y="415783"/>
                </a:cubicBezTo>
                <a:cubicBezTo>
                  <a:pt x="0" y="417065"/>
                  <a:pt x="0" y="418541"/>
                  <a:pt x="606" y="419823"/>
                </a:cubicBezTo>
                <a:cubicBezTo>
                  <a:pt x="1431" y="420930"/>
                  <a:pt x="2740" y="421580"/>
                  <a:pt x="4119" y="421580"/>
                </a:cubicBezTo>
                <a:lnTo>
                  <a:pt x="95637" y="421580"/>
                </a:lnTo>
                <a:cubicBezTo>
                  <a:pt x="97683" y="421580"/>
                  <a:pt x="99475" y="420210"/>
                  <a:pt x="100028" y="418242"/>
                </a:cubicBezTo>
                <a:lnTo>
                  <a:pt x="100028" y="415783"/>
                </a:lnTo>
                <a:cubicBezTo>
                  <a:pt x="102391" y="405999"/>
                  <a:pt x="106247" y="396645"/>
                  <a:pt x="111446" y="388029"/>
                </a:cubicBezTo>
                <a:moveTo>
                  <a:pt x="313102" y="367126"/>
                </a:moveTo>
                <a:cubicBezTo>
                  <a:pt x="299875" y="367099"/>
                  <a:pt x="286929" y="370946"/>
                  <a:pt x="275862" y="378192"/>
                </a:cubicBezTo>
                <a:cubicBezTo>
                  <a:pt x="274844" y="378719"/>
                  <a:pt x="274132" y="379694"/>
                  <a:pt x="273930" y="380827"/>
                </a:cubicBezTo>
                <a:cubicBezTo>
                  <a:pt x="273491" y="381899"/>
                  <a:pt x="273491" y="383093"/>
                  <a:pt x="273930" y="384165"/>
                </a:cubicBezTo>
                <a:cubicBezTo>
                  <a:pt x="280271" y="393826"/>
                  <a:pt x="284847" y="404523"/>
                  <a:pt x="287456" y="415783"/>
                </a:cubicBezTo>
                <a:lnTo>
                  <a:pt x="287456" y="418242"/>
                </a:lnTo>
                <a:cubicBezTo>
                  <a:pt x="288009" y="420210"/>
                  <a:pt x="289801" y="421580"/>
                  <a:pt x="291847" y="421580"/>
                </a:cubicBezTo>
                <a:lnTo>
                  <a:pt x="374231" y="421580"/>
                </a:lnTo>
                <a:cubicBezTo>
                  <a:pt x="375610" y="421580"/>
                  <a:pt x="376919" y="420930"/>
                  <a:pt x="377744" y="419823"/>
                </a:cubicBezTo>
                <a:cubicBezTo>
                  <a:pt x="378350" y="418541"/>
                  <a:pt x="378350" y="417065"/>
                  <a:pt x="377744" y="415783"/>
                </a:cubicBezTo>
                <a:cubicBezTo>
                  <a:pt x="368636" y="387537"/>
                  <a:pt x="342762" y="368066"/>
                  <a:pt x="313102" y="367126"/>
                </a:cubicBezTo>
                <a:moveTo>
                  <a:pt x="256716" y="421580"/>
                </a:moveTo>
                <a:cubicBezTo>
                  <a:pt x="258138" y="421554"/>
                  <a:pt x="259491" y="420912"/>
                  <a:pt x="260404" y="419823"/>
                </a:cubicBezTo>
                <a:cubicBezTo>
                  <a:pt x="261010" y="418541"/>
                  <a:pt x="261010" y="417065"/>
                  <a:pt x="260404" y="415783"/>
                </a:cubicBezTo>
                <a:cubicBezTo>
                  <a:pt x="250849" y="387081"/>
                  <a:pt x="223990" y="367723"/>
                  <a:pt x="193742" y="367723"/>
                </a:cubicBezTo>
                <a:cubicBezTo>
                  <a:pt x="163494" y="367723"/>
                  <a:pt x="136635" y="387081"/>
                  <a:pt x="127080" y="415783"/>
                </a:cubicBezTo>
                <a:cubicBezTo>
                  <a:pt x="126755" y="416942"/>
                  <a:pt x="126983" y="418190"/>
                  <a:pt x="127703" y="419156"/>
                </a:cubicBezTo>
                <a:cubicBezTo>
                  <a:pt x="128432" y="420122"/>
                  <a:pt x="129565" y="420693"/>
                  <a:pt x="130768" y="420702"/>
                </a:cubicBezTo>
                <a:lnTo>
                  <a:pt x="256716" y="421580"/>
                </a:lnTo>
                <a:moveTo>
                  <a:pt x="24319" y="308807"/>
                </a:moveTo>
                <a:cubicBezTo>
                  <a:pt x="24311" y="332486"/>
                  <a:pt x="43501" y="351677"/>
                  <a:pt x="67180" y="351677"/>
                </a:cubicBezTo>
                <a:cubicBezTo>
                  <a:pt x="90859" y="351677"/>
                  <a:pt x="110050" y="332486"/>
                  <a:pt x="110041" y="308807"/>
                </a:cubicBezTo>
                <a:cubicBezTo>
                  <a:pt x="110050" y="285128"/>
                  <a:pt x="90859" y="265938"/>
                  <a:pt x="67180" y="265938"/>
                </a:cubicBezTo>
                <a:cubicBezTo>
                  <a:pt x="43501" y="265938"/>
                  <a:pt x="24311" y="285128"/>
                  <a:pt x="24319" y="308807"/>
                </a:cubicBezTo>
                <a:moveTo>
                  <a:pt x="270241" y="308807"/>
                </a:moveTo>
                <a:cubicBezTo>
                  <a:pt x="270233" y="332486"/>
                  <a:pt x="289423" y="351677"/>
                  <a:pt x="313102" y="351677"/>
                </a:cubicBezTo>
                <a:cubicBezTo>
                  <a:pt x="336781" y="351677"/>
                  <a:pt x="355971" y="332486"/>
                  <a:pt x="355963" y="308807"/>
                </a:cubicBezTo>
                <a:cubicBezTo>
                  <a:pt x="355971" y="285128"/>
                  <a:pt x="336781" y="265938"/>
                  <a:pt x="313102" y="265938"/>
                </a:cubicBezTo>
                <a:cubicBezTo>
                  <a:pt x="289423" y="265938"/>
                  <a:pt x="270233" y="285128"/>
                  <a:pt x="270241" y="308807"/>
                </a:cubicBezTo>
                <a:moveTo>
                  <a:pt x="218422" y="344114"/>
                </a:moveTo>
                <a:cubicBezTo>
                  <a:pt x="233994" y="333549"/>
                  <a:pt x="240854" y="314051"/>
                  <a:pt x="235329" y="296063"/>
                </a:cubicBezTo>
                <a:cubicBezTo>
                  <a:pt x="229796" y="278067"/>
                  <a:pt x="213179" y="265788"/>
                  <a:pt x="194357" y="265788"/>
                </a:cubicBezTo>
                <a:cubicBezTo>
                  <a:pt x="175535" y="265788"/>
                  <a:pt x="158918" y="278067"/>
                  <a:pt x="153384" y="296063"/>
                </a:cubicBezTo>
                <a:cubicBezTo>
                  <a:pt x="147860" y="314051"/>
                  <a:pt x="154719" y="333549"/>
                  <a:pt x="170292" y="344114"/>
                </a:cubicBezTo>
                <a:cubicBezTo>
                  <a:pt x="184819" y="353969"/>
                  <a:pt x="203895" y="353969"/>
                  <a:pt x="218422" y="344114"/>
                </a:cubicBezTo>
                <a:moveTo>
                  <a:pt x="344720" y="30740"/>
                </a:moveTo>
                <a:cubicBezTo>
                  <a:pt x="344720" y="13762"/>
                  <a:pt x="330958" y="0"/>
                  <a:pt x="313980" y="0"/>
                </a:cubicBezTo>
                <a:lnTo>
                  <a:pt x="68058" y="0"/>
                </a:lnTo>
                <a:cubicBezTo>
                  <a:pt x="51125" y="96"/>
                  <a:pt x="37415" y="13806"/>
                  <a:pt x="37318" y="30740"/>
                </a:cubicBezTo>
                <a:lnTo>
                  <a:pt x="37318" y="171267"/>
                </a:lnTo>
                <a:cubicBezTo>
                  <a:pt x="37415" y="188200"/>
                  <a:pt x="51125" y="201910"/>
                  <a:pt x="68058" y="202007"/>
                </a:cubicBezTo>
                <a:lnTo>
                  <a:pt x="84746" y="202007"/>
                </a:lnTo>
                <a:cubicBezTo>
                  <a:pt x="87091" y="201980"/>
                  <a:pt x="89357" y="202867"/>
                  <a:pt x="91070" y="204466"/>
                </a:cubicBezTo>
                <a:lnTo>
                  <a:pt x="137443" y="250840"/>
                </a:lnTo>
                <a:cubicBezTo>
                  <a:pt x="139955" y="253246"/>
                  <a:pt x="143275" y="254625"/>
                  <a:pt x="146753" y="254704"/>
                </a:cubicBezTo>
                <a:cubicBezTo>
                  <a:pt x="148510" y="254713"/>
                  <a:pt x="150240" y="254353"/>
                  <a:pt x="151847" y="253650"/>
                </a:cubicBezTo>
                <a:cubicBezTo>
                  <a:pt x="156766" y="251639"/>
                  <a:pt x="159963" y="246844"/>
                  <a:pt x="159928" y="241530"/>
                </a:cubicBezTo>
                <a:lnTo>
                  <a:pt x="159928" y="210790"/>
                </a:lnTo>
                <a:cubicBezTo>
                  <a:pt x="159928" y="205942"/>
                  <a:pt x="163863" y="202007"/>
                  <a:pt x="168711" y="202007"/>
                </a:cubicBezTo>
                <a:lnTo>
                  <a:pt x="313629" y="202007"/>
                </a:lnTo>
                <a:cubicBezTo>
                  <a:pt x="321841" y="202103"/>
                  <a:pt x="329754" y="198906"/>
                  <a:pt x="335595" y="193127"/>
                </a:cubicBezTo>
                <a:cubicBezTo>
                  <a:pt x="341436" y="187357"/>
                  <a:pt x="344720" y="179479"/>
                  <a:pt x="344720" y="171267"/>
                </a:cubicBezTo>
                <a:lnTo>
                  <a:pt x="344720" y="30740"/>
                </a:lnTo>
                <a:moveTo>
                  <a:pt x="242839" y="75181"/>
                </a:moveTo>
                <a:cubicBezTo>
                  <a:pt x="239317" y="71897"/>
                  <a:pt x="237867" y="66952"/>
                  <a:pt x="239053" y="62279"/>
                </a:cubicBezTo>
                <a:cubicBezTo>
                  <a:pt x="240248" y="57615"/>
                  <a:pt x="243893" y="53971"/>
                  <a:pt x="248556" y="52776"/>
                </a:cubicBezTo>
                <a:cubicBezTo>
                  <a:pt x="253229" y="51590"/>
                  <a:pt x="258174" y="53040"/>
                  <a:pt x="261458" y="56562"/>
                </a:cubicBezTo>
                <a:lnTo>
                  <a:pt x="296590" y="91693"/>
                </a:lnTo>
                <a:cubicBezTo>
                  <a:pt x="299102" y="94144"/>
                  <a:pt x="300516" y="97499"/>
                  <a:pt x="300516" y="101003"/>
                </a:cubicBezTo>
                <a:cubicBezTo>
                  <a:pt x="300516" y="104508"/>
                  <a:pt x="299102" y="107863"/>
                  <a:pt x="296590" y="110313"/>
                </a:cubicBezTo>
                <a:lnTo>
                  <a:pt x="261458" y="145445"/>
                </a:lnTo>
                <a:cubicBezTo>
                  <a:pt x="259017" y="147948"/>
                  <a:pt x="255653" y="149344"/>
                  <a:pt x="252148" y="149309"/>
                </a:cubicBezTo>
                <a:cubicBezTo>
                  <a:pt x="248653" y="149327"/>
                  <a:pt x="245298" y="147930"/>
                  <a:pt x="242839" y="145445"/>
                </a:cubicBezTo>
                <a:cubicBezTo>
                  <a:pt x="237701" y="140298"/>
                  <a:pt x="237701" y="131972"/>
                  <a:pt x="242839" y="126825"/>
                </a:cubicBezTo>
                <a:lnTo>
                  <a:pt x="265674" y="104165"/>
                </a:lnTo>
                <a:cubicBezTo>
                  <a:pt x="267281" y="102364"/>
                  <a:pt x="267281" y="99642"/>
                  <a:pt x="265674" y="97841"/>
                </a:cubicBezTo>
                <a:lnTo>
                  <a:pt x="242839" y="75181"/>
                </a:lnTo>
                <a:moveTo>
                  <a:pt x="161684" y="130338"/>
                </a:moveTo>
                <a:lnTo>
                  <a:pt x="196816" y="60075"/>
                </a:lnTo>
                <a:cubicBezTo>
                  <a:pt x="200039" y="53602"/>
                  <a:pt x="207883" y="50932"/>
                  <a:pt x="214382" y="54102"/>
                </a:cubicBezTo>
                <a:cubicBezTo>
                  <a:pt x="217500" y="55648"/>
                  <a:pt x="219862" y="58371"/>
                  <a:pt x="220952" y="61673"/>
                </a:cubicBezTo>
                <a:cubicBezTo>
                  <a:pt x="222041" y="64976"/>
                  <a:pt x="221760" y="68577"/>
                  <a:pt x="220179" y="71668"/>
                </a:cubicBezTo>
                <a:lnTo>
                  <a:pt x="185047" y="141932"/>
                </a:lnTo>
                <a:cubicBezTo>
                  <a:pt x="182913" y="146490"/>
                  <a:pt x="178310" y="149371"/>
                  <a:pt x="173278" y="149309"/>
                </a:cubicBezTo>
                <a:cubicBezTo>
                  <a:pt x="171267" y="149265"/>
                  <a:pt x="169290" y="148782"/>
                  <a:pt x="167481" y="147904"/>
                </a:cubicBezTo>
                <a:cubicBezTo>
                  <a:pt x="161070" y="144619"/>
                  <a:pt x="158487" y="136794"/>
                  <a:pt x="161684" y="130338"/>
                </a:cubicBezTo>
                <a:moveTo>
                  <a:pt x="84746" y="91693"/>
                </a:moveTo>
                <a:lnTo>
                  <a:pt x="119878" y="56562"/>
                </a:lnTo>
                <a:cubicBezTo>
                  <a:pt x="125024" y="51424"/>
                  <a:pt x="133351" y="51424"/>
                  <a:pt x="138497" y="56562"/>
                </a:cubicBezTo>
                <a:cubicBezTo>
                  <a:pt x="141009" y="59012"/>
                  <a:pt x="142423" y="62367"/>
                  <a:pt x="142423" y="65871"/>
                </a:cubicBezTo>
                <a:cubicBezTo>
                  <a:pt x="142423" y="69376"/>
                  <a:pt x="141009" y="72731"/>
                  <a:pt x="138497" y="75181"/>
                </a:cubicBezTo>
                <a:lnTo>
                  <a:pt x="116189" y="97841"/>
                </a:lnTo>
                <a:cubicBezTo>
                  <a:pt x="115328" y="98667"/>
                  <a:pt x="114845" y="99809"/>
                  <a:pt x="114845" y="101003"/>
                </a:cubicBezTo>
                <a:cubicBezTo>
                  <a:pt x="114845" y="102198"/>
                  <a:pt x="115328" y="103339"/>
                  <a:pt x="116189" y="104165"/>
                </a:cubicBezTo>
                <a:lnTo>
                  <a:pt x="138849" y="126825"/>
                </a:lnTo>
                <a:cubicBezTo>
                  <a:pt x="141361" y="129275"/>
                  <a:pt x="142775" y="132630"/>
                  <a:pt x="142775" y="136135"/>
                </a:cubicBezTo>
                <a:cubicBezTo>
                  <a:pt x="142775" y="139639"/>
                  <a:pt x="141361" y="142994"/>
                  <a:pt x="138849" y="145445"/>
                </a:cubicBezTo>
                <a:cubicBezTo>
                  <a:pt x="136407" y="147948"/>
                  <a:pt x="133043" y="149344"/>
                  <a:pt x="129539" y="149309"/>
                </a:cubicBezTo>
                <a:cubicBezTo>
                  <a:pt x="125920" y="149423"/>
                  <a:pt x="122416" y="148018"/>
                  <a:pt x="119878" y="145445"/>
                </a:cubicBezTo>
                <a:lnTo>
                  <a:pt x="84746" y="110313"/>
                </a:lnTo>
                <a:cubicBezTo>
                  <a:pt x="79608" y="105166"/>
                  <a:pt x="79608" y="96840"/>
                  <a:pt x="84746" y="91693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9721" y="4837237"/>
            <a:ext cx="313181" cy="425190"/>
          </a:xfrm>
          <a:custGeom>
            <a:avLst/>
            <a:gdLst/>
            <a:ahLst/>
            <a:cxnLst/>
            <a:rect l="0" t="0" r="0" b="0"/>
            <a:pathLst>
              <a:path w="313181" h="425190">
                <a:moveTo>
                  <a:pt x="312821" y="59829"/>
                </a:moveTo>
                <a:cubicBezTo>
                  <a:pt x="313181" y="31003"/>
                  <a:pt x="291663" y="6578"/>
                  <a:pt x="263022" y="3284"/>
                </a:cubicBezTo>
                <a:cubicBezTo>
                  <a:pt x="234381" y="0"/>
                  <a:pt x="207891" y="18918"/>
                  <a:pt x="201708" y="47085"/>
                </a:cubicBezTo>
                <a:cubicBezTo>
                  <a:pt x="195534" y="75243"/>
                  <a:pt x="211659" y="103515"/>
                  <a:pt x="239044" y="112526"/>
                </a:cubicBezTo>
                <a:lnTo>
                  <a:pt x="239044" y="116039"/>
                </a:lnTo>
                <a:cubicBezTo>
                  <a:pt x="239044" y="168430"/>
                  <a:pt x="196579" y="210895"/>
                  <a:pt x="144189" y="210895"/>
                </a:cubicBezTo>
                <a:lnTo>
                  <a:pt x="77439" y="210895"/>
                </a:lnTo>
                <a:lnTo>
                  <a:pt x="77439" y="113229"/>
                </a:lnTo>
                <a:cubicBezTo>
                  <a:pt x="103664" y="104604"/>
                  <a:pt x="119746" y="78203"/>
                  <a:pt x="115372" y="50940"/>
                </a:cubicBezTo>
                <a:cubicBezTo>
                  <a:pt x="111007" y="23678"/>
                  <a:pt x="87486" y="3627"/>
                  <a:pt x="59873" y="3627"/>
                </a:cubicBezTo>
                <a:cubicBezTo>
                  <a:pt x="32259" y="3627"/>
                  <a:pt x="8739" y="23678"/>
                  <a:pt x="4373" y="50940"/>
                </a:cubicBezTo>
                <a:cubicBezTo>
                  <a:pt x="0" y="78203"/>
                  <a:pt x="16081" y="104604"/>
                  <a:pt x="42307" y="113229"/>
                </a:cubicBezTo>
                <a:lnTo>
                  <a:pt x="42307" y="315588"/>
                </a:lnTo>
                <a:cubicBezTo>
                  <a:pt x="16081" y="324212"/>
                  <a:pt x="0" y="350614"/>
                  <a:pt x="4373" y="377876"/>
                </a:cubicBezTo>
                <a:cubicBezTo>
                  <a:pt x="8739" y="405138"/>
                  <a:pt x="32259" y="425190"/>
                  <a:pt x="59873" y="425190"/>
                </a:cubicBezTo>
                <a:cubicBezTo>
                  <a:pt x="87486" y="425190"/>
                  <a:pt x="111007" y="405138"/>
                  <a:pt x="115372" y="377876"/>
                </a:cubicBezTo>
                <a:cubicBezTo>
                  <a:pt x="119746" y="350614"/>
                  <a:pt x="103664" y="324212"/>
                  <a:pt x="77439" y="315588"/>
                </a:cubicBezTo>
                <a:lnTo>
                  <a:pt x="77439" y="245324"/>
                </a:lnTo>
                <a:lnTo>
                  <a:pt x="144189" y="245324"/>
                </a:lnTo>
                <a:cubicBezTo>
                  <a:pt x="215936" y="245228"/>
                  <a:pt x="274079" y="187085"/>
                  <a:pt x="274176" y="115337"/>
                </a:cubicBezTo>
                <a:lnTo>
                  <a:pt x="274176" y="113229"/>
                </a:lnTo>
                <a:cubicBezTo>
                  <a:pt x="297240" y="105641"/>
                  <a:pt x="312821" y="84105"/>
                  <a:pt x="312821" y="59829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4464" y="2574870"/>
            <a:ext cx="303695" cy="421562"/>
          </a:xfrm>
          <a:custGeom>
            <a:avLst/>
            <a:gdLst/>
            <a:ahLst/>
            <a:cxnLst/>
            <a:rect l="0" t="0" r="0" b="0"/>
            <a:pathLst>
              <a:path w="303695" h="421562">
                <a:moveTo>
                  <a:pt x="303335" y="112412"/>
                </a:moveTo>
                <a:cubicBezTo>
                  <a:pt x="303695" y="83587"/>
                  <a:pt x="282177" y="59161"/>
                  <a:pt x="253536" y="55868"/>
                </a:cubicBezTo>
                <a:cubicBezTo>
                  <a:pt x="224895" y="52583"/>
                  <a:pt x="198406" y="71501"/>
                  <a:pt x="192223" y="99668"/>
                </a:cubicBezTo>
                <a:cubicBezTo>
                  <a:pt x="186048" y="127826"/>
                  <a:pt x="202174" y="156098"/>
                  <a:pt x="229559" y="165110"/>
                </a:cubicBezTo>
                <a:lnTo>
                  <a:pt x="229559" y="168623"/>
                </a:lnTo>
                <a:cubicBezTo>
                  <a:pt x="229559" y="200277"/>
                  <a:pt x="203948" y="225967"/>
                  <a:pt x="172294" y="226063"/>
                </a:cubicBezTo>
                <a:lnTo>
                  <a:pt x="116083" y="226063"/>
                </a:lnTo>
                <a:cubicBezTo>
                  <a:pt x="102435" y="225975"/>
                  <a:pt x="89032" y="229752"/>
                  <a:pt x="77439" y="236954"/>
                </a:cubicBezTo>
                <a:lnTo>
                  <a:pt x="77439" y="109602"/>
                </a:lnTo>
                <a:cubicBezTo>
                  <a:pt x="103664" y="100977"/>
                  <a:pt x="119746" y="74575"/>
                  <a:pt x="115372" y="47313"/>
                </a:cubicBezTo>
                <a:cubicBezTo>
                  <a:pt x="111007" y="20051"/>
                  <a:pt x="87486" y="0"/>
                  <a:pt x="59873" y="0"/>
                </a:cubicBezTo>
                <a:cubicBezTo>
                  <a:pt x="32259" y="0"/>
                  <a:pt x="8739" y="20051"/>
                  <a:pt x="4373" y="47313"/>
                </a:cubicBezTo>
                <a:cubicBezTo>
                  <a:pt x="0" y="74575"/>
                  <a:pt x="16081" y="100977"/>
                  <a:pt x="42307" y="109602"/>
                </a:cubicBezTo>
                <a:lnTo>
                  <a:pt x="42307" y="311960"/>
                </a:lnTo>
                <a:cubicBezTo>
                  <a:pt x="16081" y="320585"/>
                  <a:pt x="0" y="346986"/>
                  <a:pt x="4373" y="374249"/>
                </a:cubicBezTo>
                <a:cubicBezTo>
                  <a:pt x="8739" y="401511"/>
                  <a:pt x="32259" y="421562"/>
                  <a:pt x="59873" y="421562"/>
                </a:cubicBezTo>
                <a:cubicBezTo>
                  <a:pt x="87486" y="421562"/>
                  <a:pt x="111007" y="401511"/>
                  <a:pt x="115372" y="374249"/>
                </a:cubicBezTo>
                <a:cubicBezTo>
                  <a:pt x="119746" y="346986"/>
                  <a:pt x="103664" y="320585"/>
                  <a:pt x="77439" y="311960"/>
                </a:cubicBezTo>
                <a:lnTo>
                  <a:pt x="77439" y="299664"/>
                </a:lnTo>
                <a:cubicBezTo>
                  <a:pt x="77535" y="278392"/>
                  <a:pt x="94811" y="261195"/>
                  <a:pt x="116083" y="261195"/>
                </a:cubicBezTo>
                <a:lnTo>
                  <a:pt x="172294" y="261195"/>
                </a:lnTo>
                <a:cubicBezTo>
                  <a:pt x="223349" y="261098"/>
                  <a:pt x="264690" y="219678"/>
                  <a:pt x="264690" y="168623"/>
                </a:cubicBezTo>
                <a:lnTo>
                  <a:pt x="264690" y="165812"/>
                </a:lnTo>
                <a:cubicBezTo>
                  <a:pt x="287754" y="158224"/>
                  <a:pt x="303335" y="136688"/>
                  <a:pt x="303335" y="112412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0180" y="2574870"/>
            <a:ext cx="306251" cy="421562"/>
          </a:xfrm>
          <a:custGeom>
            <a:avLst/>
            <a:gdLst/>
            <a:ahLst/>
            <a:cxnLst/>
            <a:rect l="0" t="0" r="0" b="0"/>
            <a:pathLst>
              <a:path w="306251" h="421562">
                <a:moveTo>
                  <a:pt x="246422" y="182676"/>
                </a:moveTo>
                <a:cubicBezTo>
                  <a:pt x="222401" y="182974"/>
                  <a:pt x="201225" y="198502"/>
                  <a:pt x="193724" y="221320"/>
                </a:cubicBezTo>
                <a:lnTo>
                  <a:pt x="190914" y="221320"/>
                </a:lnTo>
                <a:cubicBezTo>
                  <a:pt x="118191" y="221320"/>
                  <a:pt x="85519" y="193566"/>
                  <a:pt x="77439" y="125587"/>
                </a:cubicBezTo>
                <a:lnTo>
                  <a:pt x="77439" y="109602"/>
                </a:lnTo>
                <a:cubicBezTo>
                  <a:pt x="103664" y="100977"/>
                  <a:pt x="119746" y="74575"/>
                  <a:pt x="115372" y="47313"/>
                </a:cubicBezTo>
                <a:cubicBezTo>
                  <a:pt x="111007" y="20051"/>
                  <a:pt x="87486" y="0"/>
                  <a:pt x="59873" y="0"/>
                </a:cubicBezTo>
                <a:cubicBezTo>
                  <a:pt x="32259" y="0"/>
                  <a:pt x="8739" y="20051"/>
                  <a:pt x="4373" y="47313"/>
                </a:cubicBezTo>
                <a:cubicBezTo>
                  <a:pt x="0" y="74575"/>
                  <a:pt x="16081" y="100977"/>
                  <a:pt x="42307" y="109602"/>
                </a:cubicBezTo>
                <a:lnTo>
                  <a:pt x="42307" y="311960"/>
                </a:lnTo>
                <a:cubicBezTo>
                  <a:pt x="16081" y="320585"/>
                  <a:pt x="0" y="346986"/>
                  <a:pt x="4373" y="374249"/>
                </a:cubicBezTo>
                <a:cubicBezTo>
                  <a:pt x="8739" y="401511"/>
                  <a:pt x="32259" y="421562"/>
                  <a:pt x="59873" y="421562"/>
                </a:cubicBezTo>
                <a:cubicBezTo>
                  <a:pt x="87486" y="421562"/>
                  <a:pt x="111007" y="401511"/>
                  <a:pt x="115372" y="374249"/>
                </a:cubicBezTo>
                <a:cubicBezTo>
                  <a:pt x="119746" y="346986"/>
                  <a:pt x="103664" y="320585"/>
                  <a:pt x="77439" y="311960"/>
                </a:cubicBezTo>
                <a:lnTo>
                  <a:pt x="77439" y="216051"/>
                </a:lnTo>
                <a:cubicBezTo>
                  <a:pt x="102382" y="243102"/>
                  <a:pt x="139973" y="256452"/>
                  <a:pt x="190914" y="256452"/>
                </a:cubicBezTo>
                <a:lnTo>
                  <a:pt x="193724" y="256452"/>
                </a:lnTo>
                <a:cubicBezTo>
                  <a:pt x="202736" y="283837"/>
                  <a:pt x="231008" y="299963"/>
                  <a:pt x="259166" y="293788"/>
                </a:cubicBezTo>
                <a:cubicBezTo>
                  <a:pt x="287333" y="287605"/>
                  <a:pt x="306251" y="261116"/>
                  <a:pt x="302966" y="232475"/>
                </a:cubicBezTo>
                <a:cubicBezTo>
                  <a:pt x="299673" y="203834"/>
                  <a:pt x="275248" y="182315"/>
                  <a:pt x="246422" y="182676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15470" y="3782733"/>
            <a:ext cx="424382" cy="407308"/>
          </a:xfrm>
          <a:custGeom>
            <a:avLst/>
            <a:gdLst/>
            <a:ahLst/>
            <a:cxnLst/>
            <a:rect l="0" t="0" r="0" b="0"/>
            <a:pathLst>
              <a:path w="424382" h="407308">
                <a:moveTo>
                  <a:pt x="108556" y="15835"/>
                </a:moveTo>
                <a:cubicBezTo>
                  <a:pt x="181358" y="0"/>
                  <a:pt x="253483" y="45188"/>
                  <a:pt x="270988" y="117612"/>
                </a:cubicBezTo>
                <a:cubicBezTo>
                  <a:pt x="303151" y="95444"/>
                  <a:pt x="345748" y="95795"/>
                  <a:pt x="377542" y="118490"/>
                </a:cubicBezTo>
                <a:cubicBezTo>
                  <a:pt x="410426" y="141932"/>
                  <a:pt x="424382" y="183940"/>
                  <a:pt x="412068" y="222401"/>
                </a:cubicBezTo>
                <a:cubicBezTo>
                  <a:pt x="399754" y="260861"/>
                  <a:pt x="363999" y="286955"/>
                  <a:pt x="323615" y="286946"/>
                </a:cubicBezTo>
                <a:lnTo>
                  <a:pt x="304521" y="286946"/>
                </a:lnTo>
                <a:lnTo>
                  <a:pt x="304521" y="266623"/>
                </a:lnTo>
                <a:cubicBezTo>
                  <a:pt x="304530" y="222383"/>
                  <a:pt x="268660" y="186514"/>
                  <a:pt x="224421" y="186522"/>
                </a:cubicBezTo>
                <a:lnTo>
                  <a:pt x="190571" y="186522"/>
                </a:lnTo>
                <a:cubicBezTo>
                  <a:pt x="146341" y="186531"/>
                  <a:pt x="110489" y="222392"/>
                  <a:pt x="110489" y="266623"/>
                </a:cubicBezTo>
                <a:lnTo>
                  <a:pt x="110489" y="280552"/>
                </a:lnTo>
                <a:cubicBezTo>
                  <a:pt x="110489" y="281782"/>
                  <a:pt x="110524" y="283012"/>
                  <a:pt x="110577" y="284224"/>
                </a:cubicBezTo>
                <a:cubicBezTo>
                  <a:pt x="46927" y="271436"/>
                  <a:pt x="983" y="215761"/>
                  <a:pt x="491" y="150837"/>
                </a:cubicBezTo>
                <a:cubicBezTo>
                  <a:pt x="0" y="85923"/>
                  <a:pt x="45109" y="29563"/>
                  <a:pt x="108556" y="15818"/>
                </a:cubicBezTo>
                <a:moveTo>
                  <a:pt x="190589" y="299172"/>
                </a:moveTo>
                <a:cubicBezTo>
                  <a:pt x="180295" y="299172"/>
                  <a:pt x="171969" y="290828"/>
                  <a:pt x="171969" y="280552"/>
                </a:cubicBezTo>
                <a:lnTo>
                  <a:pt x="171969" y="266623"/>
                </a:lnTo>
                <a:cubicBezTo>
                  <a:pt x="171969" y="256347"/>
                  <a:pt x="180295" y="248012"/>
                  <a:pt x="190571" y="248003"/>
                </a:cubicBezTo>
                <a:lnTo>
                  <a:pt x="224421" y="248003"/>
                </a:lnTo>
                <a:cubicBezTo>
                  <a:pt x="234706" y="248003"/>
                  <a:pt x="243041" y="256338"/>
                  <a:pt x="243041" y="266623"/>
                </a:cubicBezTo>
                <a:lnTo>
                  <a:pt x="243041" y="280781"/>
                </a:lnTo>
                <a:cubicBezTo>
                  <a:pt x="242918" y="290978"/>
                  <a:pt x="234618" y="299172"/>
                  <a:pt x="224421" y="299172"/>
                </a:cubicBezTo>
                <a:lnTo>
                  <a:pt x="190589" y="299172"/>
                </a:lnTo>
                <a:moveTo>
                  <a:pt x="278172" y="266623"/>
                </a:moveTo>
                <a:cubicBezTo>
                  <a:pt x="278172" y="236936"/>
                  <a:pt x="254107" y="212871"/>
                  <a:pt x="224421" y="212871"/>
                </a:cubicBezTo>
                <a:lnTo>
                  <a:pt x="190571" y="212871"/>
                </a:lnTo>
                <a:cubicBezTo>
                  <a:pt x="160894" y="212880"/>
                  <a:pt x="136837" y="236945"/>
                  <a:pt x="136837" y="266623"/>
                </a:cubicBezTo>
                <a:lnTo>
                  <a:pt x="136837" y="280552"/>
                </a:lnTo>
                <a:cubicBezTo>
                  <a:pt x="136837" y="310239"/>
                  <a:pt x="160903" y="334304"/>
                  <a:pt x="190589" y="334304"/>
                </a:cubicBezTo>
                <a:lnTo>
                  <a:pt x="224438" y="334304"/>
                </a:lnTo>
                <a:cubicBezTo>
                  <a:pt x="230788" y="334304"/>
                  <a:pt x="237086" y="333180"/>
                  <a:pt x="243041" y="330984"/>
                </a:cubicBezTo>
                <a:lnTo>
                  <a:pt x="243041" y="349920"/>
                </a:lnTo>
                <a:cubicBezTo>
                  <a:pt x="243041" y="362216"/>
                  <a:pt x="233063" y="372176"/>
                  <a:pt x="220785" y="372176"/>
                </a:cubicBezTo>
                <a:lnTo>
                  <a:pt x="194225" y="372176"/>
                </a:lnTo>
                <a:cubicBezTo>
                  <a:pt x="184564" y="372176"/>
                  <a:pt x="176308" y="366010"/>
                  <a:pt x="173234" y="357333"/>
                </a:cubicBezTo>
                <a:cubicBezTo>
                  <a:pt x="169993" y="348190"/>
                  <a:pt x="159963" y="343394"/>
                  <a:pt x="150811" y="346626"/>
                </a:cubicBezTo>
                <a:cubicBezTo>
                  <a:pt x="141668" y="349867"/>
                  <a:pt x="136873" y="359897"/>
                  <a:pt x="140105" y="369049"/>
                </a:cubicBezTo>
                <a:cubicBezTo>
                  <a:pt x="148220" y="391981"/>
                  <a:pt x="169905" y="407308"/>
                  <a:pt x="194225" y="407308"/>
                </a:cubicBezTo>
                <a:lnTo>
                  <a:pt x="220785" y="407308"/>
                </a:lnTo>
                <a:cubicBezTo>
                  <a:pt x="252482" y="407308"/>
                  <a:pt x="278172" y="381618"/>
                  <a:pt x="278172" y="349920"/>
                </a:cubicBezTo>
                <a:lnTo>
                  <a:pt x="278172" y="266623"/>
                </a:ln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407110" y="3788487"/>
            <a:ext cx="421782" cy="416837"/>
          </a:xfrm>
          <a:custGeom>
            <a:avLst/>
            <a:gdLst/>
            <a:ahLst/>
            <a:cxnLst/>
            <a:rect l="0" t="0" r="0" b="0"/>
            <a:pathLst>
              <a:path w="421782" h="416837">
                <a:moveTo>
                  <a:pt x="270048" y="223788"/>
                </a:moveTo>
                <a:lnTo>
                  <a:pt x="336271" y="223788"/>
                </a:lnTo>
                <a:cubicBezTo>
                  <a:pt x="355673" y="223788"/>
                  <a:pt x="371403" y="239519"/>
                  <a:pt x="371403" y="258920"/>
                </a:cubicBezTo>
                <a:lnTo>
                  <a:pt x="402319" y="258920"/>
                </a:lnTo>
                <a:cubicBezTo>
                  <a:pt x="407518" y="258973"/>
                  <a:pt x="412516" y="256900"/>
                  <a:pt x="416161" y="253194"/>
                </a:cubicBezTo>
                <a:cubicBezTo>
                  <a:pt x="419806" y="249478"/>
                  <a:pt x="421782" y="244446"/>
                  <a:pt x="421641" y="239246"/>
                </a:cubicBezTo>
                <a:lnTo>
                  <a:pt x="421641" y="190238"/>
                </a:lnTo>
                <a:cubicBezTo>
                  <a:pt x="421615" y="178873"/>
                  <a:pt x="416609" y="168087"/>
                  <a:pt x="407940" y="160727"/>
                </a:cubicBezTo>
                <a:lnTo>
                  <a:pt x="372808" y="132095"/>
                </a:lnTo>
                <a:lnTo>
                  <a:pt x="372808" y="130865"/>
                </a:lnTo>
                <a:lnTo>
                  <a:pt x="344703" y="39523"/>
                </a:lnTo>
                <a:cubicBezTo>
                  <a:pt x="338335" y="16529"/>
                  <a:pt x="317616" y="456"/>
                  <a:pt x="293762" y="0"/>
                </a:cubicBezTo>
                <a:lnTo>
                  <a:pt x="127940" y="0"/>
                </a:lnTo>
                <a:cubicBezTo>
                  <a:pt x="103954" y="298"/>
                  <a:pt x="83051" y="16406"/>
                  <a:pt x="76648" y="39523"/>
                </a:cubicBezTo>
                <a:lnTo>
                  <a:pt x="48543" y="130865"/>
                </a:lnTo>
                <a:lnTo>
                  <a:pt x="48543" y="132095"/>
                </a:lnTo>
                <a:lnTo>
                  <a:pt x="13411" y="160727"/>
                </a:lnTo>
                <a:cubicBezTo>
                  <a:pt x="4874" y="168149"/>
                  <a:pt x="0" y="178925"/>
                  <a:pt x="61" y="190238"/>
                </a:cubicBezTo>
                <a:lnTo>
                  <a:pt x="61" y="239246"/>
                </a:lnTo>
                <a:cubicBezTo>
                  <a:pt x="61" y="244358"/>
                  <a:pt x="2099" y="249250"/>
                  <a:pt x="5735" y="252851"/>
                </a:cubicBezTo>
                <a:cubicBezTo>
                  <a:pt x="9362" y="256443"/>
                  <a:pt x="14272" y="258437"/>
                  <a:pt x="19383" y="258393"/>
                </a:cubicBezTo>
                <a:lnTo>
                  <a:pt x="57677" y="258393"/>
                </a:lnTo>
                <a:lnTo>
                  <a:pt x="57677" y="297038"/>
                </a:lnTo>
                <a:cubicBezTo>
                  <a:pt x="57677" y="307613"/>
                  <a:pt x="66249" y="316185"/>
                  <a:pt x="76824" y="316185"/>
                </a:cubicBezTo>
                <a:lnTo>
                  <a:pt x="115117" y="316185"/>
                </a:lnTo>
                <a:cubicBezTo>
                  <a:pt x="125692" y="316185"/>
                  <a:pt x="134264" y="307613"/>
                  <a:pt x="134264" y="297038"/>
                </a:cubicBezTo>
                <a:lnTo>
                  <a:pt x="134264" y="258393"/>
                </a:lnTo>
                <a:lnTo>
                  <a:pt x="234916" y="258393"/>
                </a:lnTo>
                <a:cubicBezTo>
                  <a:pt x="235206" y="239194"/>
                  <a:pt x="250849" y="223788"/>
                  <a:pt x="270048" y="223788"/>
                </a:cubicBezTo>
                <a:moveTo>
                  <a:pt x="354891" y="216762"/>
                </a:moveTo>
                <a:lnTo>
                  <a:pt x="321867" y="216762"/>
                </a:lnTo>
                <a:cubicBezTo>
                  <a:pt x="314595" y="216762"/>
                  <a:pt x="308693" y="210860"/>
                  <a:pt x="308693" y="203588"/>
                </a:cubicBezTo>
                <a:cubicBezTo>
                  <a:pt x="308693" y="196315"/>
                  <a:pt x="314595" y="190413"/>
                  <a:pt x="321867" y="190413"/>
                </a:cubicBezTo>
                <a:lnTo>
                  <a:pt x="354891" y="190413"/>
                </a:lnTo>
                <a:cubicBezTo>
                  <a:pt x="362163" y="190413"/>
                  <a:pt x="368066" y="196315"/>
                  <a:pt x="368066" y="203588"/>
                </a:cubicBezTo>
                <a:cubicBezTo>
                  <a:pt x="368066" y="210860"/>
                  <a:pt x="362163" y="216762"/>
                  <a:pt x="354891" y="216762"/>
                </a:cubicBezTo>
                <a:moveTo>
                  <a:pt x="91403" y="216762"/>
                </a:moveTo>
                <a:lnTo>
                  <a:pt x="58731" y="216762"/>
                </a:lnTo>
                <a:cubicBezTo>
                  <a:pt x="51459" y="216762"/>
                  <a:pt x="45557" y="210860"/>
                  <a:pt x="45557" y="203588"/>
                </a:cubicBezTo>
                <a:cubicBezTo>
                  <a:pt x="45557" y="196315"/>
                  <a:pt x="51459" y="190413"/>
                  <a:pt x="58731" y="190413"/>
                </a:cubicBezTo>
                <a:lnTo>
                  <a:pt x="91755" y="190413"/>
                </a:lnTo>
                <a:cubicBezTo>
                  <a:pt x="99027" y="190413"/>
                  <a:pt x="104929" y="196315"/>
                  <a:pt x="104929" y="203588"/>
                </a:cubicBezTo>
                <a:cubicBezTo>
                  <a:pt x="104929" y="210860"/>
                  <a:pt x="99027" y="216762"/>
                  <a:pt x="91755" y="216762"/>
                </a:cubicBezTo>
                <a:moveTo>
                  <a:pt x="87890" y="124366"/>
                </a:moveTo>
                <a:lnTo>
                  <a:pt x="110199" y="49711"/>
                </a:lnTo>
                <a:cubicBezTo>
                  <a:pt x="112298" y="41569"/>
                  <a:pt x="119377" y="35693"/>
                  <a:pt x="127765" y="35131"/>
                </a:cubicBezTo>
                <a:lnTo>
                  <a:pt x="293586" y="35131"/>
                </a:lnTo>
                <a:cubicBezTo>
                  <a:pt x="301974" y="35693"/>
                  <a:pt x="309053" y="41569"/>
                  <a:pt x="311152" y="49711"/>
                </a:cubicBezTo>
                <a:lnTo>
                  <a:pt x="333812" y="124366"/>
                </a:lnTo>
                <a:lnTo>
                  <a:pt x="87890" y="124366"/>
                </a:lnTo>
                <a:moveTo>
                  <a:pt x="408467" y="302659"/>
                </a:moveTo>
                <a:cubicBezTo>
                  <a:pt x="401230" y="302756"/>
                  <a:pt x="395389" y="308596"/>
                  <a:pt x="395293" y="315833"/>
                </a:cubicBezTo>
                <a:lnTo>
                  <a:pt x="395293" y="333399"/>
                </a:lnTo>
                <a:lnTo>
                  <a:pt x="373335" y="333399"/>
                </a:lnTo>
                <a:lnTo>
                  <a:pt x="373335" y="315833"/>
                </a:lnTo>
                <a:lnTo>
                  <a:pt x="371403" y="314604"/>
                </a:lnTo>
                <a:lnTo>
                  <a:pt x="346986" y="290187"/>
                </a:lnTo>
                <a:lnTo>
                  <a:pt x="316246" y="290187"/>
                </a:lnTo>
                <a:lnTo>
                  <a:pt x="316246" y="267703"/>
                </a:lnTo>
                <a:lnTo>
                  <a:pt x="338204" y="267703"/>
                </a:lnTo>
                <a:cubicBezTo>
                  <a:pt x="345476" y="267703"/>
                  <a:pt x="351378" y="261801"/>
                  <a:pt x="351378" y="254529"/>
                </a:cubicBezTo>
                <a:cubicBezTo>
                  <a:pt x="351378" y="247256"/>
                  <a:pt x="345476" y="241354"/>
                  <a:pt x="338204" y="241354"/>
                </a:cubicBezTo>
                <a:lnTo>
                  <a:pt x="267940" y="241354"/>
                </a:lnTo>
                <a:cubicBezTo>
                  <a:pt x="260668" y="241354"/>
                  <a:pt x="254766" y="247256"/>
                  <a:pt x="254766" y="254529"/>
                </a:cubicBezTo>
                <a:cubicBezTo>
                  <a:pt x="254766" y="261801"/>
                  <a:pt x="260668" y="267703"/>
                  <a:pt x="267940" y="267703"/>
                </a:cubicBezTo>
                <a:lnTo>
                  <a:pt x="289897" y="267703"/>
                </a:lnTo>
                <a:lnTo>
                  <a:pt x="289897" y="289485"/>
                </a:lnTo>
                <a:lnTo>
                  <a:pt x="259157" y="289485"/>
                </a:lnTo>
                <a:lnTo>
                  <a:pt x="250374" y="315833"/>
                </a:lnTo>
                <a:lnTo>
                  <a:pt x="215243" y="315833"/>
                </a:lnTo>
                <a:lnTo>
                  <a:pt x="215243" y="337791"/>
                </a:lnTo>
                <a:lnTo>
                  <a:pt x="193285" y="337791"/>
                </a:lnTo>
                <a:lnTo>
                  <a:pt x="193285" y="324616"/>
                </a:lnTo>
                <a:cubicBezTo>
                  <a:pt x="193285" y="317344"/>
                  <a:pt x="187383" y="311442"/>
                  <a:pt x="180111" y="311442"/>
                </a:cubicBezTo>
                <a:cubicBezTo>
                  <a:pt x="172839" y="311442"/>
                  <a:pt x="166937" y="317344"/>
                  <a:pt x="166937" y="324616"/>
                </a:cubicBezTo>
                <a:lnTo>
                  <a:pt x="166937" y="377314"/>
                </a:lnTo>
                <a:cubicBezTo>
                  <a:pt x="166937" y="384586"/>
                  <a:pt x="172839" y="390488"/>
                  <a:pt x="180111" y="390488"/>
                </a:cubicBezTo>
                <a:cubicBezTo>
                  <a:pt x="187383" y="390488"/>
                  <a:pt x="193285" y="384586"/>
                  <a:pt x="193285" y="377314"/>
                </a:cubicBezTo>
                <a:lnTo>
                  <a:pt x="193285" y="364140"/>
                </a:lnTo>
                <a:lnTo>
                  <a:pt x="215594" y="364140"/>
                </a:lnTo>
                <a:lnTo>
                  <a:pt x="215594" y="386097"/>
                </a:lnTo>
                <a:lnTo>
                  <a:pt x="250726" y="386097"/>
                </a:lnTo>
                <a:lnTo>
                  <a:pt x="268291" y="412446"/>
                </a:lnTo>
                <a:lnTo>
                  <a:pt x="373687" y="412446"/>
                </a:lnTo>
                <a:lnTo>
                  <a:pt x="373687" y="386097"/>
                </a:lnTo>
                <a:lnTo>
                  <a:pt x="395293" y="386097"/>
                </a:lnTo>
                <a:lnTo>
                  <a:pt x="395293" y="403663"/>
                </a:lnTo>
                <a:cubicBezTo>
                  <a:pt x="395293" y="410935"/>
                  <a:pt x="401195" y="416837"/>
                  <a:pt x="408467" y="416837"/>
                </a:cubicBezTo>
                <a:cubicBezTo>
                  <a:pt x="415739" y="416837"/>
                  <a:pt x="421641" y="410935"/>
                  <a:pt x="421641" y="403663"/>
                </a:cubicBezTo>
                <a:lnTo>
                  <a:pt x="421641" y="315833"/>
                </a:lnTo>
                <a:cubicBezTo>
                  <a:pt x="421545" y="308596"/>
                  <a:pt x="415704" y="302756"/>
                  <a:pt x="408467" y="302659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62123" y="5539099"/>
            <a:ext cx="2050241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팀 기여를 위한 중앙 허브 역할을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7108" y="3062315"/>
            <a:ext cx="1502014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인터넷 연결 없이 작동합니다.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7108" y="3751774"/>
            <a:ext cx="1070806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자동차의 엔진.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2123" y="2539730"/>
            <a:ext cx="2465419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클라우드에서 Git 저장소를 호스팅
하는 플랫폼입니다.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2123" y="3751774"/>
            <a:ext cx="1603003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엔진을 둘러싼 자동차.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7108" y="4063568"/>
            <a:ext cx="23387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버전 관리의 기본적인 메커니즘을 제공합니다.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2122" y="4063568"/>
            <a:ext cx="23387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사용자 인터페이스와 협업 기능을 제공합니다.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7109" y="2539730"/>
            <a:ext cx="2619307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컴퓨터에서 로컬로 실행되는 버전 관
리 도구입니다.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3979" y="1806356"/>
            <a:ext cx="683697" cy="263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969696"/>
                </a:solidFill>
                <a:latin typeface="Roboto"/>
              </a:rPr>
              <a:t>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9743" y="1806356"/>
            <a:ext cx="282151" cy="263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4E88E7"/>
                </a:solidFill>
                <a:latin typeface="Roboto"/>
              </a:rPr>
              <a:t>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9392" y="1015892"/>
            <a:ext cx="3747822" cy="261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484848"/>
                </a:solidFill>
                <a:latin typeface="Roboto"/>
              </a:rPr>
              <a:t>Git 대 GitHub: 프로젝트에 적합한 것은?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7109" y="4805724"/>
            <a:ext cx="2497479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로컬 브랜칭 및 병합을 통해 협업을
촉진합니다.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2122" y="4805724"/>
            <a:ext cx="2375650" cy="600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코드 검토 및 토론을 위한 Pull
Request를 통해 협업을 가능하게
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7108" y="5328309"/>
            <a:ext cx="245259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변경 사항은 사용자의 컴퓨터에서 직접 관리됩니
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2122" y="3062315"/>
            <a:ext cx="225222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Roboto"/>
              </a:rPr>
              <a:t>전 세계 개발자와의 협업을 가능하게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E893-E300-3C85-4BB4-A1805BA9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AABD3-4CD8-EB8E-87CE-76CFB79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386"/>
            <a:ext cx="10515600" cy="883227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 b="1" dirty="0"/>
              <a:t>보안 및 관리 베스트 </a:t>
            </a:r>
            <a:r>
              <a:rPr lang="ko-KR" altLang="en-US" sz="4400" b="1" dirty="0" err="1"/>
              <a:t>프랙티스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696263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7733" y="1944698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98"/>
                </a:lnTo>
                <a:lnTo>
                  <a:pt x="0" y="25551"/>
                </a:lnTo>
                <a:lnTo>
                  <a:pt x="0" y="1112016"/>
                </a:lnTo>
                <a:lnTo>
                  <a:pt x="76691" y="1112016"/>
                </a:lnTo>
                <a:lnTo>
                  <a:pt x="76691" y="25551"/>
                </a:lnTo>
                <a:close/>
                <a:moveTo>
                  <a:pt x="536841" y="1112016"/>
                </a:moveTo>
                <a:lnTo>
                  <a:pt x="2224056" y="1112016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1112016"/>
                </a:lnTo>
                <a:close/>
                <a:moveTo>
                  <a:pt x="76690" y="1112028"/>
                </a:moveTo>
                <a:lnTo>
                  <a:pt x="0" y="1112028"/>
                </a:lnTo>
                <a:lnTo>
                  <a:pt x="0" y="1163156"/>
                </a:lnTo>
                <a:cubicBezTo>
                  <a:pt x="0" y="1177274"/>
                  <a:pt x="11444" y="1188720"/>
                  <a:pt x="25562" y="1188720"/>
                </a:cubicBezTo>
                <a:lnTo>
                  <a:pt x="76690" y="1188720"/>
                </a:lnTo>
                <a:lnTo>
                  <a:pt x="76690" y="1112028"/>
                </a:lnTo>
                <a:close/>
                <a:moveTo>
                  <a:pt x="536840" y="1188720"/>
                </a:moveTo>
                <a:lnTo>
                  <a:pt x="2147363" y="1188720"/>
                </a:lnTo>
                <a:lnTo>
                  <a:pt x="2224055" y="1112028"/>
                </a:lnTo>
                <a:cubicBezTo>
                  <a:pt x="2224055" y="1112028"/>
                  <a:pt x="2161482" y="1112028"/>
                  <a:pt x="2147363" y="1112028"/>
                </a:cubicBezTo>
                <a:lnTo>
                  <a:pt x="536840" y="1112028"/>
                </a:lnTo>
                <a:lnTo>
                  <a:pt x="536840" y="1188720"/>
                </a:lnTo>
                <a:close/>
                <a:moveTo>
                  <a:pt x="2147363" y="1188720"/>
                </a:moveTo>
                <a:lnTo>
                  <a:pt x="2147363" y="1112028"/>
                </a:lnTo>
                <a:lnTo>
                  <a:pt x="2224055" y="1112028"/>
                </a:lnTo>
                <a:lnTo>
                  <a:pt x="2147363" y="1188720"/>
                </a:lnTo>
                <a:close/>
                <a:moveTo>
                  <a:pt x="2147363" y="1188720"/>
                </a:moveTo>
                <a:lnTo>
                  <a:pt x="2224055" y="1112028"/>
                </a:lnTo>
                <a:lnTo>
                  <a:pt x="2147363" y="1112028"/>
                </a:lnTo>
                <a:lnTo>
                  <a:pt x="2147363" y="118872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737733" y="1944698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1112028"/>
                </a:lnTo>
                <a:moveTo>
                  <a:pt x="0" y="1112028"/>
                </a:moveTo>
                <a:lnTo>
                  <a:pt x="0" y="25563"/>
                </a:lnTo>
                <a:moveTo>
                  <a:pt x="2147365" y="1188720"/>
                </a:moveTo>
                <a:lnTo>
                  <a:pt x="2224056" y="1112028"/>
                </a:lnTo>
                <a:lnTo>
                  <a:pt x="2147365" y="1112028"/>
                </a:lnTo>
                <a:lnTo>
                  <a:pt x="2147365" y="1188720"/>
                </a:lnTo>
                <a:close/>
                <a:moveTo>
                  <a:pt x="70300" y="1188720"/>
                </a:moveTo>
                <a:lnTo>
                  <a:pt x="25563" y="1188720"/>
                </a:lnTo>
                <a:cubicBezTo>
                  <a:pt x="11445" y="1188720"/>
                  <a:pt x="0" y="1177274"/>
                  <a:pt x="0" y="1163156"/>
                </a:cubicBezTo>
                <a:lnTo>
                  <a:pt x="0" y="1112028"/>
                </a:lnTo>
                <a:moveTo>
                  <a:pt x="2147365" y="1188720"/>
                </a:moveTo>
                <a:lnTo>
                  <a:pt x="536841" y="1188720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4424" y="1868007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460149" y="1316539"/>
                </a:moveTo>
                <a:cubicBezTo>
                  <a:pt x="460149" y="1330657"/>
                  <a:pt x="448703" y="1342103"/>
                  <a:pt x="434585" y="1342103"/>
                </a:cubicBezTo>
                <a:lnTo>
                  <a:pt x="25563" y="1342103"/>
                </a:lnTo>
                <a:cubicBezTo>
                  <a:pt x="11446" y="1342103"/>
                  <a:pt x="0" y="1330657"/>
                  <a:pt x="0" y="1316539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316539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4424" y="1868007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316587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316587"/>
                </a:lnTo>
                <a:moveTo>
                  <a:pt x="460149" y="1316539"/>
                </a:moveTo>
                <a:cubicBezTo>
                  <a:pt x="460149" y="1330657"/>
                  <a:pt x="448704" y="1342103"/>
                  <a:pt x="434585" y="1342103"/>
                </a:cubicBezTo>
                <a:lnTo>
                  <a:pt x="25563" y="1342103"/>
                </a:lnTo>
                <a:cubicBezTo>
                  <a:pt x="11445" y="1342103"/>
                  <a:pt x="0" y="1330657"/>
                  <a:pt x="0" y="1316539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37733" y="3440184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98"/>
                </a:lnTo>
                <a:lnTo>
                  <a:pt x="0" y="25551"/>
                </a:lnTo>
                <a:lnTo>
                  <a:pt x="0" y="1112016"/>
                </a:lnTo>
                <a:lnTo>
                  <a:pt x="76691" y="1112016"/>
                </a:lnTo>
                <a:lnTo>
                  <a:pt x="76691" y="25551"/>
                </a:lnTo>
                <a:close/>
                <a:moveTo>
                  <a:pt x="536841" y="1112016"/>
                </a:moveTo>
                <a:lnTo>
                  <a:pt x="2224056" y="1112016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1112016"/>
                </a:lnTo>
                <a:close/>
                <a:moveTo>
                  <a:pt x="76690" y="1112028"/>
                </a:moveTo>
                <a:lnTo>
                  <a:pt x="0" y="1112028"/>
                </a:lnTo>
                <a:lnTo>
                  <a:pt x="0" y="1163156"/>
                </a:lnTo>
                <a:cubicBezTo>
                  <a:pt x="0" y="1177274"/>
                  <a:pt x="11444" y="1188720"/>
                  <a:pt x="25562" y="1188720"/>
                </a:cubicBezTo>
                <a:lnTo>
                  <a:pt x="76690" y="1188720"/>
                </a:lnTo>
                <a:lnTo>
                  <a:pt x="76690" y="1112028"/>
                </a:lnTo>
                <a:close/>
                <a:moveTo>
                  <a:pt x="536840" y="1188720"/>
                </a:moveTo>
                <a:lnTo>
                  <a:pt x="2147363" y="1188720"/>
                </a:lnTo>
                <a:lnTo>
                  <a:pt x="2224055" y="1112028"/>
                </a:lnTo>
                <a:cubicBezTo>
                  <a:pt x="2224055" y="1112028"/>
                  <a:pt x="2161482" y="1112028"/>
                  <a:pt x="2147363" y="1112028"/>
                </a:cubicBezTo>
                <a:lnTo>
                  <a:pt x="536840" y="1112028"/>
                </a:lnTo>
                <a:lnTo>
                  <a:pt x="536840" y="1188720"/>
                </a:lnTo>
                <a:close/>
                <a:moveTo>
                  <a:pt x="2147363" y="1188720"/>
                </a:moveTo>
                <a:lnTo>
                  <a:pt x="2147363" y="1112028"/>
                </a:lnTo>
                <a:lnTo>
                  <a:pt x="2224055" y="1112028"/>
                </a:lnTo>
                <a:lnTo>
                  <a:pt x="2147363" y="1188720"/>
                </a:lnTo>
                <a:close/>
                <a:moveTo>
                  <a:pt x="2147363" y="1188720"/>
                </a:moveTo>
                <a:lnTo>
                  <a:pt x="2224055" y="1112028"/>
                </a:lnTo>
                <a:lnTo>
                  <a:pt x="2147363" y="1112028"/>
                </a:lnTo>
                <a:lnTo>
                  <a:pt x="2147363" y="118872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37733" y="3440184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1112028"/>
                </a:lnTo>
                <a:moveTo>
                  <a:pt x="0" y="1112028"/>
                </a:moveTo>
                <a:lnTo>
                  <a:pt x="0" y="25563"/>
                </a:lnTo>
                <a:moveTo>
                  <a:pt x="2147365" y="1188720"/>
                </a:moveTo>
                <a:lnTo>
                  <a:pt x="2224056" y="1112028"/>
                </a:lnTo>
                <a:lnTo>
                  <a:pt x="2147365" y="1112028"/>
                </a:lnTo>
                <a:lnTo>
                  <a:pt x="2147365" y="1188720"/>
                </a:lnTo>
                <a:close/>
                <a:moveTo>
                  <a:pt x="70300" y="1188720"/>
                </a:moveTo>
                <a:lnTo>
                  <a:pt x="25563" y="1188720"/>
                </a:lnTo>
                <a:cubicBezTo>
                  <a:pt x="11445" y="1188720"/>
                  <a:pt x="0" y="1177274"/>
                  <a:pt x="0" y="1163156"/>
                </a:cubicBezTo>
                <a:lnTo>
                  <a:pt x="0" y="1112028"/>
                </a:lnTo>
                <a:moveTo>
                  <a:pt x="2147365" y="1188720"/>
                </a:moveTo>
                <a:lnTo>
                  <a:pt x="536841" y="1188720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14424" y="3363494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460149" y="1316539"/>
                </a:moveTo>
                <a:cubicBezTo>
                  <a:pt x="460149" y="1330657"/>
                  <a:pt x="448703" y="1342103"/>
                  <a:pt x="434585" y="1342103"/>
                </a:cubicBezTo>
                <a:lnTo>
                  <a:pt x="25563" y="1342103"/>
                </a:lnTo>
                <a:cubicBezTo>
                  <a:pt x="11446" y="1342103"/>
                  <a:pt x="0" y="1330657"/>
                  <a:pt x="0" y="1316539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316539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14424" y="3363494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316587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316587"/>
                </a:lnTo>
                <a:moveTo>
                  <a:pt x="460149" y="1316539"/>
                </a:moveTo>
                <a:cubicBezTo>
                  <a:pt x="460149" y="1330657"/>
                  <a:pt x="448704" y="1342103"/>
                  <a:pt x="434585" y="1342103"/>
                </a:cubicBezTo>
                <a:lnTo>
                  <a:pt x="25563" y="1342103"/>
                </a:lnTo>
                <a:cubicBezTo>
                  <a:pt x="11445" y="1342103"/>
                  <a:pt x="0" y="1330657"/>
                  <a:pt x="0" y="1316539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37733" y="4935671"/>
            <a:ext cx="2224056" cy="1073682"/>
          </a:xfrm>
          <a:custGeom>
            <a:avLst/>
            <a:gdLst/>
            <a:ahLst/>
            <a:cxnLst/>
            <a:rect l="0" t="0" r="0" b="0"/>
            <a:pathLst>
              <a:path w="2224056" h="1073682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93"/>
                </a:lnTo>
                <a:lnTo>
                  <a:pt x="0" y="25551"/>
                </a:lnTo>
                <a:lnTo>
                  <a:pt x="0" y="996978"/>
                </a:lnTo>
                <a:lnTo>
                  <a:pt x="76691" y="996978"/>
                </a:lnTo>
                <a:lnTo>
                  <a:pt x="76691" y="25551"/>
                </a:lnTo>
                <a:close/>
                <a:moveTo>
                  <a:pt x="536841" y="996978"/>
                </a:moveTo>
                <a:lnTo>
                  <a:pt x="2224056" y="996978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996978"/>
                </a:lnTo>
                <a:close/>
                <a:moveTo>
                  <a:pt x="76690" y="996990"/>
                </a:moveTo>
                <a:lnTo>
                  <a:pt x="0" y="996990"/>
                </a:lnTo>
                <a:lnTo>
                  <a:pt x="0" y="1048118"/>
                </a:lnTo>
                <a:cubicBezTo>
                  <a:pt x="0" y="1062236"/>
                  <a:pt x="11444" y="1073682"/>
                  <a:pt x="25562" y="1073682"/>
                </a:cubicBezTo>
                <a:lnTo>
                  <a:pt x="76690" y="1073682"/>
                </a:lnTo>
                <a:lnTo>
                  <a:pt x="76690" y="996990"/>
                </a:lnTo>
                <a:close/>
                <a:moveTo>
                  <a:pt x="536840" y="1073682"/>
                </a:moveTo>
                <a:lnTo>
                  <a:pt x="2147363" y="1073682"/>
                </a:lnTo>
                <a:lnTo>
                  <a:pt x="2224055" y="996990"/>
                </a:lnTo>
                <a:cubicBezTo>
                  <a:pt x="2224055" y="996990"/>
                  <a:pt x="2161482" y="996990"/>
                  <a:pt x="2147363" y="996990"/>
                </a:cubicBezTo>
                <a:lnTo>
                  <a:pt x="536840" y="996990"/>
                </a:lnTo>
                <a:lnTo>
                  <a:pt x="536840" y="1073682"/>
                </a:lnTo>
                <a:close/>
                <a:moveTo>
                  <a:pt x="2147363" y="1073682"/>
                </a:moveTo>
                <a:lnTo>
                  <a:pt x="2147363" y="996990"/>
                </a:lnTo>
                <a:lnTo>
                  <a:pt x="2224055" y="996990"/>
                </a:lnTo>
                <a:lnTo>
                  <a:pt x="2147363" y="1073682"/>
                </a:lnTo>
                <a:close/>
                <a:moveTo>
                  <a:pt x="2147363" y="1073682"/>
                </a:moveTo>
                <a:lnTo>
                  <a:pt x="2224055" y="996990"/>
                </a:lnTo>
                <a:lnTo>
                  <a:pt x="2147363" y="996990"/>
                </a:lnTo>
                <a:lnTo>
                  <a:pt x="2147363" y="1073682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37733" y="4935671"/>
            <a:ext cx="2224056" cy="1073682"/>
          </a:xfrm>
          <a:custGeom>
            <a:avLst/>
            <a:gdLst/>
            <a:ahLst/>
            <a:cxnLst/>
            <a:rect l="0" t="0" r="0" b="0"/>
            <a:pathLst>
              <a:path w="2224056" h="1073682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996990"/>
                </a:lnTo>
                <a:moveTo>
                  <a:pt x="0" y="996990"/>
                </a:moveTo>
                <a:lnTo>
                  <a:pt x="0" y="25563"/>
                </a:lnTo>
                <a:moveTo>
                  <a:pt x="2147365" y="1073682"/>
                </a:moveTo>
                <a:lnTo>
                  <a:pt x="2224056" y="996990"/>
                </a:lnTo>
                <a:lnTo>
                  <a:pt x="2147365" y="996990"/>
                </a:lnTo>
                <a:lnTo>
                  <a:pt x="2147365" y="1073682"/>
                </a:lnTo>
                <a:close/>
                <a:moveTo>
                  <a:pt x="70300" y="1073682"/>
                </a:moveTo>
                <a:lnTo>
                  <a:pt x="25563" y="1073682"/>
                </a:lnTo>
                <a:cubicBezTo>
                  <a:pt x="11445" y="1073682"/>
                  <a:pt x="0" y="1062236"/>
                  <a:pt x="0" y="1048118"/>
                </a:cubicBezTo>
                <a:lnTo>
                  <a:pt x="0" y="996990"/>
                </a:lnTo>
                <a:moveTo>
                  <a:pt x="2147365" y="1073682"/>
                </a:moveTo>
                <a:lnTo>
                  <a:pt x="536841" y="1073682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14424" y="4858980"/>
            <a:ext cx="613532" cy="1227065"/>
          </a:xfrm>
          <a:custGeom>
            <a:avLst/>
            <a:gdLst/>
            <a:ahLst/>
            <a:cxnLst/>
            <a:rect l="0" t="0" r="0" b="0"/>
            <a:pathLst>
              <a:path w="613532" h="1227065">
                <a:moveTo>
                  <a:pt x="460149" y="1201501"/>
                </a:moveTo>
                <a:cubicBezTo>
                  <a:pt x="460149" y="1215619"/>
                  <a:pt x="448703" y="1227065"/>
                  <a:pt x="434585" y="1227065"/>
                </a:cubicBezTo>
                <a:lnTo>
                  <a:pt x="25563" y="1227065"/>
                </a:lnTo>
                <a:cubicBezTo>
                  <a:pt x="11446" y="1227065"/>
                  <a:pt x="0" y="1215619"/>
                  <a:pt x="0" y="1201501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201501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14424" y="4858980"/>
            <a:ext cx="613532" cy="1227065"/>
          </a:xfrm>
          <a:custGeom>
            <a:avLst/>
            <a:gdLst/>
            <a:ahLst/>
            <a:cxnLst/>
            <a:rect l="0" t="0" r="0" b="0"/>
            <a:pathLst>
              <a:path w="613532" h="1227065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201550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201550"/>
                </a:lnTo>
                <a:moveTo>
                  <a:pt x="460149" y="1201501"/>
                </a:moveTo>
                <a:cubicBezTo>
                  <a:pt x="460149" y="1215620"/>
                  <a:pt x="448704" y="1227065"/>
                  <a:pt x="434585" y="1227065"/>
                </a:cubicBezTo>
                <a:lnTo>
                  <a:pt x="25563" y="1227065"/>
                </a:lnTo>
                <a:cubicBezTo>
                  <a:pt x="11445" y="1227065"/>
                  <a:pt x="0" y="1215620"/>
                  <a:pt x="0" y="1201501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0210" y="1944698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98"/>
                </a:lnTo>
                <a:lnTo>
                  <a:pt x="0" y="25551"/>
                </a:lnTo>
                <a:lnTo>
                  <a:pt x="0" y="1112016"/>
                </a:lnTo>
                <a:lnTo>
                  <a:pt x="76691" y="1112016"/>
                </a:lnTo>
                <a:lnTo>
                  <a:pt x="76691" y="25551"/>
                </a:lnTo>
                <a:close/>
                <a:moveTo>
                  <a:pt x="536841" y="1112016"/>
                </a:moveTo>
                <a:lnTo>
                  <a:pt x="2224056" y="1112016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1112016"/>
                </a:lnTo>
                <a:close/>
                <a:moveTo>
                  <a:pt x="76690" y="1112028"/>
                </a:moveTo>
                <a:lnTo>
                  <a:pt x="0" y="1112028"/>
                </a:lnTo>
                <a:lnTo>
                  <a:pt x="0" y="1163156"/>
                </a:lnTo>
                <a:cubicBezTo>
                  <a:pt x="0" y="1177274"/>
                  <a:pt x="11444" y="1188720"/>
                  <a:pt x="25562" y="1188720"/>
                </a:cubicBezTo>
                <a:lnTo>
                  <a:pt x="76690" y="1188720"/>
                </a:lnTo>
                <a:lnTo>
                  <a:pt x="76690" y="1112028"/>
                </a:lnTo>
                <a:close/>
                <a:moveTo>
                  <a:pt x="536840" y="1188720"/>
                </a:moveTo>
                <a:lnTo>
                  <a:pt x="2147363" y="1188720"/>
                </a:lnTo>
                <a:lnTo>
                  <a:pt x="2224055" y="1112028"/>
                </a:lnTo>
                <a:cubicBezTo>
                  <a:pt x="2224055" y="1112028"/>
                  <a:pt x="2161482" y="1112028"/>
                  <a:pt x="2147363" y="1112028"/>
                </a:cubicBezTo>
                <a:lnTo>
                  <a:pt x="536840" y="1112028"/>
                </a:lnTo>
                <a:lnTo>
                  <a:pt x="536840" y="1188720"/>
                </a:lnTo>
                <a:close/>
                <a:moveTo>
                  <a:pt x="2147363" y="1188720"/>
                </a:moveTo>
                <a:lnTo>
                  <a:pt x="2147363" y="1112028"/>
                </a:lnTo>
                <a:lnTo>
                  <a:pt x="2224055" y="1112028"/>
                </a:lnTo>
                <a:lnTo>
                  <a:pt x="2147363" y="1188720"/>
                </a:lnTo>
                <a:close/>
                <a:moveTo>
                  <a:pt x="2147363" y="1188720"/>
                </a:moveTo>
                <a:lnTo>
                  <a:pt x="2224055" y="1112028"/>
                </a:lnTo>
                <a:lnTo>
                  <a:pt x="2147363" y="1112028"/>
                </a:lnTo>
                <a:lnTo>
                  <a:pt x="2147363" y="118872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30210" y="1944698"/>
            <a:ext cx="2224056" cy="1188720"/>
          </a:xfrm>
          <a:custGeom>
            <a:avLst/>
            <a:gdLst/>
            <a:ahLst/>
            <a:cxnLst/>
            <a:rect l="0" t="0" r="0" b="0"/>
            <a:pathLst>
              <a:path w="2224056" h="1188720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1112028"/>
                </a:lnTo>
                <a:moveTo>
                  <a:pt x="0" y="1112028"/>
                </a:moveTo>
                <a:lnTo>
                  <a:pt x="0" y="25563"/>
                </a:lnTo>
                <a:moveTo>
                  <a:pt x="2147365" y="1188720"/>
                </a:moveTo>
                <a:lnTo>
                  <a:pt x="2224056" y="1112028"/>
                </a:lnTo>
                <a:lnTo>
                  <a:pt x="2147365" y="1112028"/>
                </a:lnTo>
                <a:lnTo>
                  <a:pt x="2147365" y="1188720"/>
                </a:lnTo>
                <a:close/>
                <a:moveTo>
                  <a:pt x="70300" y="1188720"/>
                </a:moveTo>
                <a:lnTo>
                  <a:pt x="25563" y="1188720"/>
                </a:lnTo>
                <a:cubicBezTo>
                  <a:pt x="11445" y="1188720"/>
                  <a:pt x="0" y="1177274"/>
                  <a:pt x="0" y="1163156"/>
                </a:cubicBezTo>
                <a:lnTo>
                  <a:pt x="0" y="1112028"/>
                </a:lnTo>
                <a:moveTo>
                  <a:pt x="2147365" y="1188720"/>
                </a:moveTo>
                <a:lnTo>
                  <a:pt x="536841" y="1188720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6902" y="1868007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460149" y="1316539"/>
                </a:moveTo>
                <a:cubicBezTo>
                  <a:pt x="460149" y="1330657"/>
                  <a:pt x="448703" y="1342103"/>
                  <a:pt x="434585" y="1342103"/>
                </a:cubicBezTo>
                <a:lnTo>
                  <a:pt x="25563" y="1342103"/>
                </a:lnTo>
                <a:cubicBezTo>
                  <a:pt x="11446" y="1342103"/>
                  <a:pt x="0" y="1330657"/>
                  <a:pt x="0" y="1316539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316539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6902" y="1868007"/>
            <a:ext cx="613532" cy="1342103"/>
          </a:xfrm>
          <a:custGeom>
            <a:avLst/>
            <a:gdLst/>
            <a:ahLst/>
            <a:cxnLst/>
            <a:rect l="0" t="0" r="0" b="0"/>
            <a:pathLst>
              <a:path w="613532" h="1342103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316587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316587"/>
                </a:lnTo>
                <a:moveTo>
                  <a:pt x="460149" y="1316539"/>
                </a:moveTo>
                <a:cubicBezTo>
                  <a:pt x="460149" y="1330657"/>
                  <a:pt x="448704" y="1342103"/>
                  <a:pt x="434585" y="1342103"/>
                </a:cubicBezTo>
                <a:lnTo>
                  <a:pt x="25563" y="1342103"/>
                </a:lnTo>
                <a:cubicBezTo>
                  <a:pt x="11445" y="1342103"/>
                  <a:pt x="0" y="1330657"/>
                  <a:pt x="0" y="1316539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30210" y="3440184"/>
            <a:ext cx="2224056" cy="1073682"/>
          </a:xfrm>
          <a:custGeom>
            <a:avLst/>
            <a:gdLst/>
            <a:ahLst/>
            <a:cxnLst/>
            <a:rect l="0" t="0" r="0" b="0"/>
            <a:pathLst>
              <a:path w="2224056" h="1073682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93"/>
                </a:lnTo>
                <a:lnTo>
                  <a:pt x="0" y="25551"/>
                </a:lnTo>
                <a:lnTo>
                  <a:pt x="0" y="996978"/>
                </a:lnTo>
                <a:lnTo>
                  <a:pt x="76691" y="996978"/>
                </a:lnTo>
                <a:lnTo>
                  <a:pt x="76691" y="25551"/>
                </a:lnTo>
                <a:close/>
                <a:moveTo>
                  <a:pt x="536841" y="996978"/>
                </a:moveTo>
                <a:lnTo>
                  <a:pt x="2224056" y="996978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996978"/>
                </a:lnTo>
                <a:close/>
                <a:moveTo>
                  <a:pt x="76690" y="996990"/>
                </a:moveTo>
                <a:lnTo>
                  <a:pt x="0" y="996990"/>
                </a:lnTo>
                <a:lnTo>
                  <a:pt x="0" y="1048118"/>
                </a:lnTo>
                <a:cubicBezTo>
                  <a:pt x="0" y="1062236"/>
                  <a:pt x="11444" y="1073682"/>
                  <a:pt x="25562" y="1073682"/>
                </a:cubicBezTo>
                <a:lnTo>
                  <a:pt x="76690" y="1073682"/>
                </a:lnTo>
                <a:lnTo>
                  <a:pt x="76690" y="996990"/>
                </a:lnTo>
                <a:close/>
                <a:moveTo>
                  <a:pt x="536840" y="1073682"/>
                </a:moveTo>
                <a:lnTo>
                  <a:pt x="2147363" y="1073682"/>
                </a:lnTo>
                <a:lnTo>
                  <a:pt x="2224055" y="996990"/>
                </a:lnTo>
                <a:cubicBezTo>
                  <a:pt x="2224055" y="996990"/>
                  <a:pt x="2161482" y="996990"/>
                  <a:pt x="2147363" y="996990"/>
                </a:cubicBezTo>
                <a:lnTo>
                  <a:pt x="536840" y="996990"/>
                </a:lnTo>
                <a:lnTo>
                  <a:pt x="536840" y="1073682"/>
                </a:lnTo>
                <a:close/>
                <a:moveTo>
                  <a:pt x="2147363" y="1073682"/>
                </a:moveTo>
                <a:lnTo>
                  <a:pt x="2147363" y="996990"/>
                </a:lnTo>
                <a:lnTo>
                  <a:pt x="2224055" y="996990"/>
                </a:lnTo>
                <a:lnTo>
                  <a:pt x="2147363" y="1073682"/>
                </a:lnTo>
                <a:close/>
                <a:moveTo>
                  <a:pt x="2147363" y="1073682"/>
                </a:moveTo>
                <a:lnTo>
                  <a:pt x="2224055" y="996990"/>
                </a:lnTo>
                <a:lnTo>
                  <a:pt x="2147363" y="996990"/>
                </a:lnTo>
                <a:lnTo>
                  <a:pt x="2147363" y="1073682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30210" y="3440184"/>
            <a:ext cx="2224056" cy="1073682"/>
          </a:xfrm>
          <a:custGeom>
            <a:avLst/>
            <a:gdLst/>
            <a:ahLst/>
            <a:cxnLst/>
            <a:rect l="0" t="0" r="0" b="0"/>
            <a:pathLst>
              <a:path w="2224056" h="1073682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996990"/>
                </a:lnTo>
                <a:moveTo>
                  <a:pt x="0" y="996990"/>
                </a:moveTo>
                <a:lnTo>
                  <a:pt x="0" y="25563"/>
                </a:lnTo>
                <a:moveTo>
                  <a:pt x="2147365" y="1073682"/>
                </a:moveTo>
                <a:lnTo>
                  <a:pt x="2224056" y="996990"/>
                </a:lnTo>
                <a:lnTo>
                  <a:pt x="2147365" y="996990"/>
                </a:lnTo>
                <a:lnTo>
                  <a:pt x="2147365" y="1073682"/>
                </a:lnTo>
                <a:close/>
                <a:moveTo>
                  <a:pt x="70300" y="1073682"/>
                </a:moveTo>
                <a:lnTo>
                  <a:pt x="25563" y="1073682"/>
                </a:lnTo>
                <a:cubicBezTo>
                  <a:pt x="11445" y="1073682"/>
                  <a:pt x="0" y="1062236"/>
                  <a:pt x="0" y="1048118"/>
                </a:cubicBezTo>
                <a:lnTo>
                  <a:pt x="0" y="996990"/>
                </a:lnTo>
                <a:moveTo>
                  <a:pt x="2147365" y="1073682"/>
                </a:moveTo>
                <a:lnTo>
                  <a:pt x="536841" y="1073682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6902" y="3363494"/>
            <a:ext cx="613532" cy="1227065"/>
          </a:xfrm>
          <a:custGeom>
            <a:avLst/>
            <a:gdLst/>
            <a:ahLst/>
            <a:cxnLst/>
            <a:rect l="0" t="0" r="0" b="0"/>
            <a:pathLst>
              <a:path w="613532" h="1227065">
                <a:moveTo>
                  <a:pt x="460149" y="1201501"/>
                </a:moveTo>
                <a:cubicBezTo>
                  <a:pt x="460149" y="1215619"/>
                  <a:pt x="448703" y="1227065"/>
                  <a:pt x="434585" y="1227065"/>
                </a:cubicBezTo>
                <a:lnTo>
                  <a:pt x="25563" y="1227065"/>
                </a:lnTo>
                <a:cubicBezTo>
                  <a:pt x="11446" y="1227065"/>
                  <a:pt x="0" y="1215619"/>
                  <a:pt x="0" y="1201501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201501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6902" y="3363494"/>
            <a:ext cx="613532" cy="1227065"/>
          </a:xfrm>
          <a:custGeom>
            <a:avLst/>
            <a:gdLst/>
            <a:ahLst/>
            <a:cxnLst/>
            <a:rect l="0" t="0" r="0" b="0"/>
            <a:pathLst>
              <a:path w="613532" h="1227065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201550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201550"/>
                </a:lnTo>
                <a:moveTo>
                  <a:pt x="460149" y="1201501"/>
                </a:moveTo>
                <a:cubicBezTo>
                  <a:pt x="460149" y="1215620"/>
                  <a:pt x="448704" y="1227065"/>
                  <a:pt x="434585" y="1227065"/>
                </a:cubicBezTo>
                <a:lnTo>
                  <a:pt x="25563" y="1227065"/>
                </a:lnTo>
                <a:cubicBezTo>
                  <a:pt x="11445" y="1227065"/>
                  <a:pt x="0" y="1215620"/>
                  <a:pt x="0" y="1201501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30210" y="4820634"/>
            <a:ext cx="2224056" cy="958645"/>
          </a:xfrm>
          <a:custGeom>
            <a:avLst/>
            <a:gdLst/>
            <a:ahLst/>
            <a:cxnLst/>
            <a:rect l="0" t="0" r="0" b="0"/>
            <a:pathLst>
              <a:path w="2224056" h="958645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lnTo>
                  <a:pt x="76691" y="25563"/>
                </a:lnTo>
                <a:lnTo>
                  <a:pt x="76691" y="0"/>
                </a:lnTo>
                <a:close/>
                <a:moveTo>
                  <a:pt x="536841" y="25563"/>
                </a:moveTo>
                <a:lnTo>
                  <a:pt x="2224056" y="25563"/>
                </a:ln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lnTo>
                  <a:pt x="536841" y="25563"/>
                </a:lnTo>
                <a:close/>
                <a:moveTo>
                  <a:pt x="76691" y="25551"/>
                </a:moveTo>
                <a:lnTo>
                  <a:pt x="76691" y="25588"/>
                </a:lnTo>
                <a:lnTo>
                  <a:pt x="0" y="25551"/>
                </a:lnTo>
                <a:lnTo>
                  <a:pt x="0" y="881941"/>
                </a:lnTo>
                <a:lnTo>
                  <a:pt x="76691" y="881941"/>
                </a:lnTo>
                <a:lnTo>
                  <a:pt x="76691" y="25551"/>
                </a:lnTo>
                <a:close/>
                <a:moveTo>
                  <a:pt x="536841" y="881941"/>
                </a:moveTo>
                <a:lnTo>
                  <a:pt x="2224056" y="881941"/>
                </a:lnTo>
                <a:lnTo>
                  <a:pt x="2224056" y="25551"/>
                </a:lnTo>
                <a:lnTo>
                  <a:pt x="536841" y="25551"/>
                </a:lnTo>
                <a:lnTo>
                  <a:pt x="536841" y="881941"/>
                </a:lnTo>
                <a:close/>
                <a:moveTo>
                  <a:pt x="76690" y="881953"/>
                </a:moveTo>
                <a:lnTo>
                  <a:pt x="0" y="881953"/>
                </a:lnTo>
                <a:lnTo>
                  <a:pt x="0" y="933081"/>
                </a:lnTo>
                <a:cubicBezTo>
                  <a:pt x="0" y="947199"/>
                  <a:pt x="11444" y="958645"/>
                  <a:pt x="25562" y="958645"/>
                </a:cubicBezTo>
                <a:lnTo>
                  <a:pt x="76690" y="958645"/>
                </a:lnTo>
                <a:lnTo>
                  <a:pt x="76690" y="881953"/>
                </a:lnTo>
                <a:close/>
                <a:moveTo>
                  <a:pt x="536840" y="958645"/>
                </a:moveTo>
                <a:lnTo>
                  <a:pt x="2147363" y="958645"/>
                </a:lnTo>
                <a:lnTo>
                  <a:pt x="2224055" y="881953"/>
                </a:lnTo>
                <a:cubicBezTo>
                  <a:pt x="2224055" y="881953"/>
                  <a:pt x="2161482" y="881953"/>
                  <a:pt x="2147363" y="881953"/>
                </a:cubicBezTo>
                <a:lnTo>
                  <a:pt x="536840" y="881953"/>
                </a:lnTo>
                <a:lnTo>
                  <a:pt x="536840" y="958645"/>
                </a:lnTo>
                <a:close/>
                <a:moveTo>
                  <a:pt x="2147363" y="958645"/>
                </a:moveTo>
                <a:lnTo>
                  <a:pt x="2147363" y="881953"/>
                </a:lnTo>
                <a:lnTo>
                  <a:pt x="2224055" y="881953"/>
                </a:lnTo>
                <a:lnTo>
                  <a:pt x="2147363" y="958645"/>
                </a:lnTo>
                <a:close/>
                <a:moveTo>
                  <a:pt x="2147363" y="958645"/>
                </a:moveTo>
                <a:lnTo>
                  <a:pt x="2224055" y="881953"/>
                </a:lnTo>
                <a:lnTo>
                  <a:pt x="2147363" y="881953"/>
                </a:lnTo>
                <a:lnTo>
                  <a:pt x="2147363" y="958645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30210" y="4820634"/>
            <a:ext cx="2224056" cy="958645"/>
          </a:xfrm>
          <a:custGeom>
            <a:avLst/>
            <a:gdLst/>
            <a:ahLst/>
            <a:cxnLst/>
            <a:rect l="0" t="0" r="0" b="0"/>
            <a:pathLst>
              <a:path w="2224056" h="958645">
                <a:moveTo>
                  <a:pt x="76691" y="0"/>
                </a:moveTo>
                <a:lnTo>
                  <a:pt x="25563" y="0"/>
                </a:lnTo>
                <a:cubicBezTo>
                  <a:pt x="11445" y="0"/>
                  <a:pt x="0" y="11445"/>
                  <a:pt x="0" y="25563"/>
                </a:cubicBezTo>
                <a:moveTo>
                  <a:pt x="2224056" y="25563"/>
                </a:moveTo>
                <a:cubicBezTo>
                  <a:pt x="2224056" y="11445"/>
                  <a:pt x="2212611" y="0"/>
                  <a:pt x="2198492" y="0"/>
                </a:cubicBezTo>
                <a:lnTo>
                  <a:pt x="536841" y="0"/>
                </a:lnTo>
                <a:moveTo>
                  <a:pt x="2224056" y="25563"/>
                </a:moveTo>
                <a:lnTo>
                  <a:pt x="2224056" y="881953"/>
                </a:lnTo>
                <a:moveTo>
                  <a:pt x="0" y="881953"/>
                </a:moveTo>
                <a:lnTo>
                  <a:pt x="0" y="25563"/>
                </a:lnTo>
                <a:moveTo>
                  <a:pt x="2147365" y="958645"/>
                </a:moveTo>
                <a:lnTo>
                  <a:pt x="2224056" y="881953"/>
                </a:lnTo>
                <a:lnTo>
                  <a:pt x="2147365" y="881953"/>
                </a:lnTo>
                <a:lnTo>
                  <a:pt x="2147365" y="958645"/>
                </a:lnTo>
                <a:close/>
                <a:moveTo>
                  <a:pt x="70300" y="958645"/>
                </a:moveTo>
                <a:lnTo>
                  <a:pt x="25563" y="958645"/>
                </a:lnTo>
                <a:cubicBezTo>
                  <a:pt x="11445" y="958645"/>
                  <a:pt x="0" y="947199"/>
                  <a:pt x="0" y="933081"/>
                </a:cubicBezTo>
                <a:lnTo>
                  <a:pt x="0" y="881953"/>
                </a:lnTo>
                <a:moveTo>
                  <a:pt x="2147365" y="958645"/>
                </a:moveTo>
                <a:lnTo>
                  <a:pt x="536841" y="958645"/>
                </a:ln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6902" y="4743942"/>
            <a:ext cx="613532" cy="1112028"/>
          </a:xfrm>
          <a:custGeom>
            <a:avLst/>
            <a:gdLst/>
            <a:ahLst/>
            <a:cxnLst/>
            <a:rect l="0" t="0" r="0" b="0"/>
            <a:pathLst>
              <a:path w="613532" h="1112028">
                <a:moveTo>
                  <a:pt x="460149" y="1086464"/>
                </a:moveTo>
                <a:cubicBezTo>
                  <a:pt x="460149" y="1100582"/>
                  <a:pt x="448703" y="1112028"/>
                  <a:pt x="434585" y="1112028"/>
                </a:cubicBezTo>
                <a:lnTo>
                  <a:pt x="25563" y="1112028"/>
                </a:lnTo>
                <a:cubicBezTo>
                  <a:pt x="11446" y="1112028"/>
                  <a:pt x="0" y="1100582"/>
                  <a:pt x="0" y="1086464"/>
                </a:cubicBezTo>
                <a:lnTo>
                  <a:pt x="0" y="63909"/>
                </a:lnTo>
                <a:cubicBezTo>
                  <a:pt x="0" y="28612"/>
                  <a:pt x="28612" y="0"/>
                  <a:pt x="63909" y="0"/>
                </a:cubicBezTo>
                <a:lnTo>
                  <a:pt x="549623" y="0"/>
                </a:lnTo>
                <a:cubicBezTo>
                  <a:pt x="584920" y="0"/>
                  <a:pt x="613532" y="28612"/>
                  <a:pt x="613532" y="63909"/>
                </a:cubicBezTo>
                <a:lnTo>
                  <a:pt x="613532" y="70300"/>
                </a:lnTo>
                <a:lnTo>
                  <a:pt x="460149" y="70300"/>
                </a:lnTo>
                <a:lnTo>
                  <a:pt x="460149" y="1086464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6902" y="4743942"/>
            <a:ext cx="613532" cy="1112028"/>
          </a:xfrm>
          <a:custGeom>
            <a:avLst/>
            <a:gdLst/>
            <a:ahLst/>
            <a:cxnLst/>
            <a:rect l="0" t="0" r="0" b="0"/>
            <a:pathLst>
              <a:path w="613532" h="1112028">
                <a:moveTo>
                  <a:pt x="524059" y="0"/>
                </a:moveTo>
                <a:lnTo>
                  <a:pt x="63909" y="0"/>
                </a:lnTo>
                <a:cubicBezTo>
                  <a:pt x="28613" y="0"/>
                  <a:pt x="0" y="28613"/>
                  <a:pt x="0" y="63909"/>
                </a:cubicBezTo>
                <a:lnTo>
                  <a:pt x="0" y="76691"/>
                </a:lnTo>
                <a:moveTo>
                  <a:pt x="460149" y="76691"/>
                </a:moveTo>
                <a:lnTo>
                  <a:pt x="460149" y="63909"/>
                </a:lnTo>
                <a:cubicBezTo>
                  <a:pt x="460149" y="28613"/>
                  <a:pt x="488763" y="0"/>
                  <a:pt x="524059" y="0"/>
                </a:cubicBezTo>
                <a:moveTo>
                  <a:pt x="524059" y="0"/>
                </a:moveTo>
                <a:lnTo>
                  <a:pt x="549623" y="0"/>
                </a:lnTo>
                <a:cubicBezTo>
                  <a:pt x="584919" y="0"/>
                  <a:pt x="613532" y="28613"/>
                  <a:pt x="613532" y="63909"/>
                </a:cubicBezTo>
                <a:lnTo>
                  <a:pt x="613532" y="70300"/>
                </a:lnTo>
                <a:moveTo>
                  <a:pt x="460149" y="1086513"/>
                </a:moveTo>
                <a:lnTo>
                  <a:pt x="460149" y="76740"/>
                </a:lnTo>
                <a:moveTo>
                  <a:pt x="0" y="76741"/>
                </a:moveTo>
                <a:lnTo>
                  <a:pt x="0" y="1086513"/>
                </a:lnTo>
                <a:moveTo>
                  <a:pt x="460149" y="1086464"/>
                </a:moveTo>
                <a:cubicBezTo>
                  <a:pt x="460149" y="1100582"/>
                  <a:pt x="448704" y="1112028"/>
                  <a:pt x="434585" y="1112028"/>
                </a:cubicBezTo>
                <a:lnTo>
                  <a:pt x="25563" y="1112028"/>
                </a:lnTo>
                <a:cubicBezTo>
                  <a:pt x="11445" y="1112028"/>
                  <a:pt x="0" y="1100582"/>
                  <a:pt x="0" y="1086464"/>
                </a:cubicBezTo>
              </a:path>
            </a:pathLst>
          </a:custGeom>
          <a:noFill/>
          <a:ln w="958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25282" y="5146580"/>
            <a:ext cx="220986" cy="306753"/>
          </a:xfrm>
          <a:custGeom>
            <a:avLst/>
            <a:gdLst/>
            <a:ahLst/>
            <a:cxnLst/>
            <a:rect l="0" t="0" r="0" b="0"/>
            <a:pathLst>
              <a:path w="220986" h="306753">
                <a:moveTo>
                  <a:pt x="220724" y="81797"/>
                </a:moveTo>
                <a:cubicBezTo>
                  <a:pt x="220986" y="60822"/>
                  <a:pt x="205329" y="43049"/>
                  <a:pt x="184488" y="40652"/>
                </a:cubicBezTo>
                <a:cubicBezTo>
                  <a:pt x="163647" y="38262"/>
                  <a:pt x="144371" y="52028"/>
                  <a:pt x="139872" y="72524"/>
                </a:cubicBezTo>
                <a:cubicBezTo>
                  <a:pt x="135379" y="93014"/>
                  <a:pt x="147113" y="113586"/>
                  <a:pt x="167040" y="120143"/>
                </a:cubicBezTo>
                <a:lnTo>
                  <a:pt x="167040" y="122700"/>
                </a:lnTo>
                <a:cubicBezTo>
                  <a:pt x="167040" y="145733"/>
                  <a:pt x="148404" y="164426"/>
                  <a:pt x="125371" y="164497"/>
                </a:cubicBezTo>
                <a:lnTo>
                  <a:pt x="84469" y="164497"/>
                </a:lnTo>
                <a:cubicBezTo>
                  <a:pt x="74537" y="164433"/>
                  <a:pt x="64785" y="167181"/>
                  <a:pt x="56349" y="172421"/>
                </a:cubicBezTo>
                <a:lnTo>
                  <a:pt x="56349" y="79752"/>
                </a:lnTo>
                <a:cubicBezTo>
                  <a:pt x="75432" y="73476"/>
                  <a:pt x="87134" y="54265"/>
                  <a:pt x="83951" y="34428"/>
                </a:cubicBezTo>
                <a:cubicBezTo>
                  <a:pt x="80775" y="14590"/>
                  <a:pt x="63660" y="0"/>
                  <a:pt x="43567" y="0"/>
                </a:cubicBezTo>
                <a:cubicBezTo>
                  <a:pt x="23474" y="0"/>
                  <a:pt x="6359" y="14590"/>
                  <a:pt x="3182" y="34428"/>
                </a:cubicBezTo>
                <a:cubicBezTo>
                  <a:pt x="0" y="54265"/>
                  <a:pt x="11701" y="73476"/>
                  <a:pt x="30785" y="79752"/>
                </a:cubicBezTo>
                <a:lnTo>
                  <a:pt x="30785" y="227000"/>
                </a:lnTo>
                <a:cubicBezTo>
                  <a:pt x="11701" y="233276"/>
                  <a:pt x="0" y="252487"/>
                  <a:pt x="3182" y="272325"/>
                </a:cubicBezTo>
                <a:cubicBezTo>
                  <a:pt x="6359" y="292163"/>
                  <a:pt x="23474" y="306753"/>
                  <a:pt x="43567" y="306753"/>
                </a:cubicBezTo>
                <a:cubicBezTo>
                  <a:pt x="63660" y="306753"/>
                  <a:pt x="80775" y="292163"/>
                  <a:pt x="83951" y="272325"/>
                </a:cubicBezTo>
                <a:cubicBezTo>
                  <a:pt x="87134" y="252487"/>
                  <a:pt x="75432" y="233276"/>
                  <a:pt x="56349" y="227000"/>
                </a:cubicBezTo>
                <a:lnTo>
                  <a:pt x="56349" y="218053"/>
                </a:lnTo>
                <a:cubicBezTo>
                  <a:pt x="56419" y="202574"/>
                  <a:pt x="68990" y="190060"/>
                  <a:pt x="84469" y="190060"/>
                </a:cubicBezTo>
                <a:lnTo>
                  <a:pt x="125371" y="190060"/>
                </a:lnTo>
                <a:cubicBezTo>
                  <a:pt x="162522" y="189990"/>
                  <a:pt x="192604" y="159850"/>
                  <a:pt x="192604" y="122700"/>
                </a:cubicBezTo>
                <a:lnTo>
                  <a:pt x="192604" y="120655"/>
                </a:lnTo>
                <a:cubicBezTo>
                  <a:pt x="209387" y="115133"/>
                  <a:pt x="220724" y="99462"/>
                  <a:pt x="220724" y="8179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83492" y="3824115"/>
            <a:ext cx="309795" cy="305820"/>
          </a:xfrm>
          <a:custGeom>
            <a:avLst/>
            <a:gdLst/>
            <a:ahLst/>
            <a:cxnLst/>
            <a:rect l="0" t="0" r="0" b="0"/>
            <a:pathLst>
              <a:path w="309795" h="305820">
                <a:moveTo>
                  <a:pt x="271718" y="2722"/>
                </a:moveTo>
                <a:cubicBezTo>
                  <a:pt x="255293" y="2824"/>
                  <a:pt x="241124" y="14290"/>
                  <a:pt x="237603" y="30337"/>
                </a:cubicBezTo>
                <a:cubicBezTo>
                  <a:pt x="234081" y="46385"/>
                  <a:pt x="242147" y="62727"/>
                  <a:pt x="257019" y="69699"/>
                </a:cubicBezTo>
                <a:cubicBezTo>
                  <a:pt x="258188" y="70211"/>
                  <a:pt x="258942" y="71367"/>
                  <a:pt x="258936" y="72639"/>
                </a:cubicBezTo>
                <a:lnTo>
                  <a:pt x="258936" y="136549"/>
                </a:lnTo>
                <a:cubicBezTo>
                  <a:pt x="259045" y="137463"/>
                  <a:pt x="258757" y="138377"/>
                  <a:pt x="258150" y="139061"/>
                </a:cubicBezTo>
                <a:cubicBezTo>
                  <a:pt x="257536" y="139744"/>
                  <a:pt x="256661" y="140134"/>
                  <a:pt x="255740" y="140128"/>
                </a:cubicBezTo>
                <a:lnTo>
                  <a:pt x="191831" y="140128"/>
                </a:lnTo>
                <a:cubicBezTo>
                  <a:pt x="190559" y="140134"/>
                  <a:pt x="189402" y="139380"/>
                  <a:pt x="188891" y="138211"/>
                </a:cubicBezTo>
                <a:cubicBezTo>
                  <a:pt x="185318" y="130573"/>
                  <a:pt x="179094" y="124489"/>
                  <a:pt x="171380" y="121083"/>
                </a:cubicBezTo>
                <a:cubicBezTo>
                  <a:pt x="170210" y="120571"/>
                  <a:pt x="169456" y="119415"/>
                  <a:pt x="169462" y="118143"/>
                </a:cubicBezTo>
                <a:lnTo>
                  <a:pt x="169462" y="72639"/>
                </a:lnTo>
                <a:cubicBezTo>
                  <a:pt x="169456" y="71367"/>
                  <a:pt x="170210" y="70211"/>
                  <a:pt x="171380" y="69699"/>
                </a:cubicBezTo>
                <a:cubicBezTo>
                  <a:pt x="185612" y="63251"/>
                  <a:pt x="193876" y="48181"/>
                  <a:pt x="191665" y="32715"/>
                </a:cubicBezTo>
                <a:cubicBezTo>
                  <a:pt x="189460" y="17249"/>
                  <a:pt x="177304" y="5093"/>
                  <a:pt x="161838" y="2888"/>
                </a:cubicBezTo>
                <a:cubicBezTo>
                  <a:pt x="146372" y="677"/>
                  <a:pt x="131302" y="8940"/>
                  <a:pt x="124853" y="23173"/>
                </a:cubicBezTo>
                <a:cubicBezTo>
                  <a:pt x="124342" y="24343"/>
                  <a:pt x="123185" y="25097"/>
                  <a:pt x="121914" y="25090"/>
                </a:cubicBezTo>
                <a:lnTo>
                  <a:pt x="70019" y="25090"/>
                </a:lnTo>
                <a:cubicBezTo>
                  <a:pt x="68747" y="25097"/>
                  <a:pt x="67590" y="24343"/>
                  <a:pt x="67079" y="23173"/>
                </a:cubicBezTo>
                <a:cubicBezTo>
                  <a:pt x="60170" y="8174"/>
                  <a:pt x="43758" y="0"/>
                  <a:pt x="27628" y="3534"/>
                </a:cubicBezTo>
                <a:cubicBezTo>
                  <a:pt x="11497" y="7074"/>
                  <a:pt x="0" y="21358"/>
                  <a:pt x="0" y="37872"/>
                </a:cubicBezTo>
                <a:cubicBezTo>
                  <a:pt x="0" y="54387"/>
                  <a:pt x="11497" y="68670"/>
                  <a:pt x="27628" y="72211"/>
                </a:cubicBezTo>
                <a:cubicBezTo>
                  <a:pt x="43758" y="75745"/>
                  <a:pt x="60170" y="67571"/>
                  <a:pt x="67079" y="52572"/>
                </a:cubicBezTo>
                <a:cubicBezTo>
                  <a:pt x="67590" y="51402"/>
                  <a:pt x="68747" y="50648"/>
                  <a:pt x="70019" y="50654"/>
                </a:cubicBezTo>
                <a:lnTo>
                  <a:pt x="121914" y="50654"/>
                </a:lnTo>
                <a:cubicBezTo>
                  <a:pt x="123185" y="50648"/>
                  <a:pt x="124342" y="51402"/>
                  <a:pt x="124853" y="52572"/>
                </a:cubicBezTo>
                <a:cubicBezTo>
                  <a:pt x="128337" y="60145"/>
                  <a:pt x="134408" y="66216"/>
                  <a:pt x="141981" y="69699"/>
                </a:cubicBezTo>
                <a:cubicBezTo>
                  <a:pt x="143151" y="70211"/>
                  <a:pt x="143905" y="71367"/>
                  <a:pt x="143899" y="72639"/>
                </a:cubicBezTo>
                <a:lnTo>
                  <a:pt x="143899" y="118143"/>
                </a:lnTo>
                <a:cubicBezTo>
                  <a:pt x="143905" y="119415"/>
                  <a:pt x="143151" y="120571"/>
                  <a:pt x="141981" y="121083"/>
                </a:cubicBezTo>
                <a:cubicBezTo>
                  <a:pt x="129391" y="126732"/>
                  <a:pt x="121294" y="139240"/>
                  <a:pt x="121294" y="153038"/>
                </a:cubicBezTo>
                <a:cubicBezTo>
                  <a:pt x="121294" y="166836"/>
                  <a:pt x="129391" y="179343"/>
                  <a:pt x="141981" y="184992"/>
                </a:cubicBezTo>
                <a:cubicBezTo>
                  <a:pt x="143151" y="185504"/>
                  <a:pt x="143905" y="186660"/>
                  <a:pt x="143899" y="187932"/>
                </a:cubicBezTo>
                <a:lnTo>
                  <a:pt x="143899" y="233436"/>
                </a:lnTo>
                <a:cubicBezTo>
                  <a:pt x="143892" y="234542"/>
                  <a:pt x="143247" y="235539"/>
                  <a:pt x="142237" y="235992"/>
                </a:cubicBezTo>
                <a:cubicBezTo>
                  <a:pt x="134536" y="239437"/>
                  <a:pt x="128356" y="245572"/>
                  <a:pt x="124853" y="253248"/>
                </a:cubicBezTo>
                <a:cubicBezTo>
                  <a:pt x="124342" y="254418"/>
                  <a:pt x="123185" y="255172"/>
                  <a:pt x="121914" y="255165"/>
                </a:cubicBezTo>
                <a:lnTo>
                  <a:pt x="70019" y="255165"/>
                </a:lnTo>
                <a:cubicBezTo>
                  <a:pt x="68747" y="255172"/>
                  <a:pt x="67590" y="254418"/>
                  <a:pt x="67079" y="253248"/>
                </a:cubicBezTo>
                <a:cubicBezTo>
                  <a:pt x="60170" y="238248"/>
                  <a:pt x="43758" y="230074"/>
                  <a:pt x="27628" y="233609"/>
                </a:cubicBezTo>
                <a:cubicBezTo>
                  <a:pt x="11497" y="237149"/>
                  <a:pt x="0" y="251433"/>
                  <a:pt x="0" y="267947"/>
                </a:cubicBezTo>
                <a:cubicBezTo>
                  <a:pt x="0" y="284461"/>
                  <a:pt x="11497" y="298745"/>
                  <a:pt x="27628" y="302286"/>
                </a:cubicBezTo>
                <a:cubicBezTo>
                  <a:pt x="43758" y="305820"/>
                  <a:pt x="60170" y="297646"/>
                  <a:pt x="67079" y="282646"/>
                </a:cubicBezTo>
                <a:cubicBezTo>
                  <a:pt x="67590" y="281477"/>
                  <a:pt x="68747" y="280723"/>
                  <a:pt x="70019" y="280729"/>
                </a:cubicBezTo>
                <a:lnTo>
                  <a:pt x="121914" y="280729"/>
                </a:lnTo>
                <a:cubicBezTo>
                  <a:pt x="123185" y="280723"/>
                  <a:pt x="124342" y="281477"/>
                  <a:pt x="124853" y="282646"/>
                </a:cubicBezTo>
                <a:cubicBezTo>
                  <a:pt x="131302" y="296879"/>
                  <a:pt x="146372" y="305143"/>
                  <a:pt x="161838" y="302931"/>
                </a:cubicBezTo>
                <a:cubicBezTo>
                  <a:pt x="177304" y="300726"/>
                  <a:pt x="189460" y="288571"/>
                  <a:pt x="191665" y="273105"/>
                </a:cubicBezTo>
                <a:cubicBezTo>
                  <a:pt x="193876" y="257639"/>
                  <a:pt x="185612" y="242569"/>
                  <a:pt x="171380" y="236120"/>
                </a:cubicBezTo>
                <a:cubicBezTo>
                  <a:pt x="170210" y="235609"/>
                  <a:pt x="169456" y="234452"/>
                  <a:pt x="169462" y="233180"/>
                </a:cubicBezTo>
                <a:lnTo>
                  <a:pt x="169462" y="187421"/>
                </a:lnTo>
                <a:cubicBezTo>
                  <a:pt x="169469" y="186315"/>
                  <a:pt x="170114" y="185318"/>
                  <a:pt x="171124" y="184865"/>
                </a:cubicBezTo>
                <a:cubicBezTo>
                  <a:pt x="178825" y="181420"/>
                  <a:pt x="185005" y="175285"/>
                  <a:pt x="188507" y="167609"/>
                </a:cubicBezTo>
                <a:cubicBezTo>
                  <a:pt x="189063" y="166299"/>
                  <a:pt x="190418" y="165519"/>
                  <a:pt x="191831" y="165692"/>
                </a:cubicBezTo>
                <a:lnTo>
                  <a:pt x="259319" y="165692"/>
                </a:lnTo>
                <a:cubicBezTo>
                  <a:pt x="273437" y="165692"/>
                  <a:pt x="284883" y="154246"/>
                  <a:pt x="284883" y="140128"/>
                </a:cubicBezTo>
                <a:lnTo>
                  <a:pt x="284883" y="72639"/>
                </a:lnTo>
                <a:cubicBezTo>
                  <a:pt x="284877" y="71367"/>
                  <a:pt x="285631" y="70211"/>
                  <a:pt x="286801" y="69699"/>
                </a:cubicBezTo>
                <a:cubicBezTo>
                  <a:pt x="301743" y="62695"/>
                  <a:pt x="309795" y="46245"/>
                  <a:pt x="306172" y="30152"/>
                </a:cubicBezTo>
                <a:cubicBezTo>
                  <a:pt x="302548" y="14053"/>
                  <a:pt x="288219" y="2645"/>
                  <a:pt x="271718" y="272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95334" y="2398802"/>
            <a:ext cx="298330" cy="281074"/>
          </a:xfrm>
          <a:custGeom>
            <a:avLst/>
            <a:gdLst/>
            <a:ahLst/>
            <a:cxnLst/>
            <a:rect l="0" t="0" r="0" b="0"/>
            <a:pathLst>
              <a:path w="298330" h="281074">
                <a:moveTo>
                  <a:pt x="0" y="19172"/>
                </a:moveTo>
                <a:cubicBezTo>
                  <a:pt x="0" y="8583"/>
                  <a:pt x="8583" y="0"/>
                  <a:pt x="19172" y="0"/>
                </a:cubicBezTo>
                <a:lnTo>
                  <a:pt x="267142" y="0"/>
                </a:lnTo>
                <a:cubicBezTo>
                  <a:pt x="277732" y="0"/>
                  <a:pt x="286315" y="8583"/>
                  <a:pt x="286315" y="19172"/>
                </a:cubicBezTo>
                <a:lnTo>
                  <a:pt x="286315" y="104236"/>
                </a:lnTo>
                <a:cubicBezTo>
                  <a:pt x="271782" y="99238"/>
                  <a:pt x="250909" y="94624"/>
                  <a:pt x="225716" y="94624"/>
                </a:cubicBezTo>
                <a:cubicBezTo>
                  <a:pt x="190719" y="94624"/>
                  <a:pt x="165768" y="104249"/>
                  <a:pt x="153242" y="110435"/>
                </a:cubicBezTo>
                <a:cubicBezTo>
                  <a:pt x="146998" y="113203"/>
                  <a:pt x="141866" y="117996"/>
                  <a:pt x="138684" y="124035"/>
                </a:cubicBezTo>
                <a:lnTo>
                  <a:pt x="19172" y="124035"/>
                </a:lnTo>
                <a:cubicBezTo>
                  <a:pt x="8583" y="124035"/>
                  <a:pt x="0" y="115452"/>
                  <a:pt x="0" y="104862"/>
                </a:cubicBezTo>
                <a:lnTo>
                  <a:pt x="0" y="19172"/>
                </a:lnTo>
                <a:moveTo>
                  <a:pt x="69457" y="62030"/>
                </a:moveTo>
                <a:cubicBezTo>
                  <a:pt x="69457" y="52597"/>
                  <a:pt x="61813" y="44947"/>
                  <a:pt x="52380" y="44947"/>
                </a:cubicBezTo>
                <a:cubicBezTo>
                  <a:pt x="42947" y="44947"/>
                  <a:pt x="35303" y="52597"/>
                  <a:pt x="35303" y="62030"/>
                </a:cubicBezTo>
                <a:cubicBezTo>
                  <a:pt x="35303" y="71457"/>
                  <a:pt x="42953" y="79101"/>
                  <a:pt x="52380" y="79101"/>
                </a:cubicBezTo>
                <a:cubicBezTo>
                  <a:pt x="61807" y="79101"/>
                  <a:pt x="69457" y="71457"/>
                  <a:pt x="69457" y="62030"/>
                </a:cubicBezTo>
                <a:moveTo>
                  <a:pt x="111995" y="44954"/>
                </a:moveTo>
                <a:cubicBezTo>
                  <a:pt x="102568" y="44954"/>
                  <a:pt x="94925" y="52604"/>
                  <a:pt x="94925" y="62030"/>
                </a:cubicBezTo>
                <a:cubicBezTo>
                  <a:pt x="94925" y="71457"/>
                  <a:pt x="102568" y="79107"/>
                  <a:pt x="111995" y="79107"/>
                </a:cubicBezTo>
                <a:cubicBezTo>
                  <a:pt x="121428" y="79107"/>
                  <a:pt x="129078" y="71463"/>
                  <a:pt x="129078" y="62030"/>
                </a:cubicBezTo>
                <a:cubicBezTo>
                  <a:pt x="129078" y="52597"/>
                  <a:pt x="121428" y="44954"/>
                  <a:pt x="111995" y="44954"/>
                </a:cubicBezTo>
                <a:moveTo>
                  <a:pt x="188738" y="62030"/>
                </a:moveTo>
                <a:cubicBezTo>
                  <a:pt x="188738" y="52597"/>
                  <a:pt x="181094" y="44947"/>
                  <a:pt x="171661" y="44947"/>
                </a:cubicBezTo>
                <a:cubicBezTo>
                  <a:pt x="162228" y="44947"/>
                  <a:pt x="154584" y="52597"/>
                  <a:pt x="154584" y="62030"/>
                </a:cubicBezTo>
                <a:cubicBezTo>
                  <a:pt x="154584" y="71457"/>
                  <a:pt x="162234" y="79101"/>
                  <a:pt x="171661" y="79101"/>
                </a:cubicBezTo>
                <a:cubicBezTo>
                  <a:pt x="181088" y="79101"/>
                  <a:pt x="188738" y="71457"/>
                  <a:pt x="188738" y="62030"/>
                </a:cubicBezTo>
                <a:moveTo>
                  <a:pt x="154584" y="193735"/>
                </a:moveTo>
                <a:lnTo>
                  <a:pt x="154584" y="137495"/>
                </a:lnTo>
                <a:cubicBezTo>
                  <a:pt x="154584" y="133047"/>
                  <a:pt x="157550" y="129353"/>
                  <a:pt x="161244" y="127870"/>
                </a:cubicBezTo>
                <a:cubicBezTo>
                  <a:pt x="171623" y="122693"/>
                  <a:pt x="193850" y="113810"/>
                  <a:pt x="225716" y="113810"/>
                </a:cubicBezTo>
                <a:cubicBezTo>
                  <a:pt x="257568" y="113810"/>
                  <a:pt x="281292" y="121952"/>
                  <a:pt x="291658" y="127129"/>
                </a:cubicBezTo>
                <a:cubicBezTo>
                  <a:pt x="296106" y="129353"/>
                  <a:pt x="298330" y="133047"/>
                  <a:pt x="298330" y="137482"/>
                </a:cubicBezTo>
                <a:lnTo>
                  <a:pt x="298330" y="193735"/>
                </a:lnTo>
                <a:cubicBezTo>
                  <a:pt x="298298" y="230119"/>
                  <a:pt x="275936" y="262745"/>
                  <a:pt x="242013" y="275898"/>
                </a:cubicBezTo>
                <a:lnTo>
                  <a:pt x="234599" y="278850"/>
                </a:lnTo>
                <a:cubicBezTo>
                  <a:pt x="229422" y="281074"/>
                  <a:pt x="223479" y="281074"/>
                  <a:pt x="218302" y="278850"/>
                </a:cubicBezTo>
                <a:lnTo>
                  <a:pt x="210889" y="275898"/>
                </a:lnTo>
                <a:cubicBezTo>
                  <a:pt x="176972" y="262745"/>
                  <a:pt x="154610" y="230113"/>
                  <a:pt x="154584" y="193735"/>
                </a:cubicBezTo>
                <a:moveTo>
                  <a:pt x="236005" y="150200"/>
                </a:moveTo>
                <a:cubicBezTo>
                  <a:pt x="236005" y="144908"/>
                  <a:pt x="231710" y="140614"/>
                  <a:pt x="226419" y="140614"/>
                </a:cubicBezTo>
                <a:cubicBezTo>
                  <a:pt x="221127" y="140614"/>
                  <a:pt x="216832" y="144908"/>
                  <a:pt x="216832" y="150200"/>
                </a:cubicBezTo>
                <a:lnTo>
                  <a:pt x="216832" y="192291"/>
                </a:lnTo>
                <a:cubicBezTo>
                  <a:pt x="216832" y="197583"/>
                  <a:pt x="221127" y="201877"/>
                  <a:pt x="226419" y="201877"/>
                </a:cubicBezTo>
                <a:cubicBezTo>
                  <a:pt x="231710" y="201877"/>
                  <a:pt x="236005" y="197583"/>
                  <a:pt x="236005" y="192291"/>
                </a:cubicBezTo>
                <a:lnTo>
                  <a:pt x="236005" y="150200"/>
                </a:lnTo>
                <a:moveTo>
                  <a:pt x="226444" y="242038"/>
                </a:moveTo>
                <a:cubicBezTo>
                  <a:pt x="230969" y="242185"/>
                  <a:pt x="235206" y="239853"/>
                  <a:pt x="237513" y="235960"/>
                </a:cubicBezTo>
                <a:cubicBezTo>
                  <a:pt x="239814" y="232068"/>
                  <a:pt x="239814" y="227224"/>
                  <a:pt x="237513" y="223332"/>
                </a:cubicBezTo>
                <a:cubicBezTo>
                  <a:pt x="235206" y="219440"/>
                  <a:pt x="230969" y="217107"/>
                  <a:pt x="226444" y="217254"/>
                </a:cubicBezTo>
                <a:cubicBezTo>
                  <a:pt x="219600" y="217254"/>
                  <a:pt x="214052" y="222808"/>
                  <a:pt x="214052" y="229653"/>
                </a:cubicBezTo>
                <a:cubicBezTo>
                  <a:pt x="214052" y="236497"/>
                  <a:pt x="219600" y="242051"/>
                  <a:pt x="226444" y="24205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78577" y="2385675"/>
            <a:ext cx="311821" cy="306766"/>
          </a:xfrm>
          <a:custGeom>
            <a:avLst/>
            <a:gdLst/>
            <a:ahLst/>
            <a:cxnLst/>
            <a:rect l="0" t="0" r="0" b="0"/>
            <a:pathLst>
              <a:path w="311821" h="306766">
                <a:moveTo>
                  <a:pt x="135009" y="252698"/>
                </a:moveTo>
                <a:cubicBezTo>
                  <a:pt x="134114" y="251580"/>
                  <a:pt x="134114" y="249982"/>
                  <a:pt x="135009" y="248864"/>
                </a:cubicBezTo>
                <a:cubicBezTo>
                  <a:pt x="152117" y="221951"/>
                  <a:pt x="148967" y="186891"/>
                  <a:pt x="127327" y="163461"/>
                </a:cubicBezTo>
                <a:cubicBezTo>
                  <a:pt x="105693" y="140032"/>
                  <a:pt x="71003" y="134101"/>
                  <a:pt x="42813" y="149011"/>
                </a:cubicBezTo>
                <a:cubicBezTo>
                  <a:pt x="14622" y="163921"/>
                  <a:pt x="0" y="195940"/>
                  <a:pt x="7189" y="227007"/>
                </a:cubicBezTo>
                <a:cubicBezTo>
                  <a:pt x="13063" y="253069"/>
                  <a:pt x="33322" y="273475"/>
                  <a:pt x="59340" y="279540"/>
                </a:cubicBezTo>
                <a:cubicBezTo>
                  <a:pt x="77848" y="283944"/>
                  <a:pt x="97353" y="280672"/>
                  <a:pt x="113407" y="270465"/>
                </a:cubicBezTo>
                <a:cubicBezTo>
                  <a:pt x="114487" y="269455"/>
                  <a:pt x="116162" y="269455"/>
                  <a:pt x="117242" y="270465"/>
                </a:cubicBezTo>
                <a:lnTo>
                  <a:pt x="149324" y="302420"/>
                </a:lnTo>
                <a:cubicBezTo>
                  <a:pt x="154399" y="306766"/>
                  <a:pt x="161953" y="306472"/>
                  <a:pt x="166676" y="301749"/>
                </a:cubicBezTo>
                <a:cubicBezTo>
                  <a:pt x="171399" y="297026"/>
                  <a:pt x="171693" y="289472"/>
                  <a:pt x="167347" y="284398"/>
                </a:cubicBezTo>
                <a:lnTo>
                  <a:pt x="135009" y="252698"/>
                </a:lnTo>
                <a:moveTo>
                  <a:pt x="75317" y="255638"/>
                </a:moveTo>
                <a:cubicBezTo>
                  <a:pt x="57199" y="255638"/>
                  <a:pt x="40870" y="244710"/>
                  <a:pt x="33961" y="227959"/>
                </a:cubicBezTo>
                <a:cubicBezTo>
                  <a:pt x="27052" y="211215"/>
                  <a:pt x="30925" y="191952"/>
                  <a:pt x="43778" y="179177"/>
                </a:cubicBezTo>
                <a:cubicBezTo>
                  <a:pt x="56623" y="166401"/>
                  <a:pt x="75905" y="162637"/>
                  <a:pt x="92617" y="169641"/>
                </a:cubicBezTo>
                <a:cubicBezTo>
                  <a:pt x="109323" y="176646"/>
                  <a:pt x="120156" y="193039"/>
                  <a:pt x="120054" y="211157"/>
                </a:cubicBezTo>
                <a:cubicBezTo>
                  <a:pt x="119913" y="235762"/>
                  <a:pt x="99922" y="255638"/>
                  <a:pt x="75317" y="255638"/>
                </a:cubicBezTo>
                <a:moveTo>
                  <a:pt x="193039" y="82699"/>
                </a:moveTo>
                <a:lnTo>
                  <a:pt x="167219" y="110691"/>
                </a:lnTo>
                <a:cubicBezTo>
                  <a:pt x="166082" y="111918"/>
                  <a:pt x="166082" y="113810"/>
                  <a:pt x="167219" y="115037"/>
                </a:cubicBezTo>
                <a:lnTo>
                  <a:pt x="193294" y="142646"/>
                </a:lnTo>
                <a:cubicBezTo>
                  <a:pt x="196490" y="146308"/>
                  <a:pt x="196490" y="151766"/>
                  <a:pt x="193294" y="155428"/>
                </a:cubicBezTo>
                <a:cubicBezTo>
                  <a:pt x="189524" y="159096"/>
                  <a:pt x="183516" y="159096"/>
                  <a:pt x="179745" y="155428"/>
                </a:cubicBezTo>
                <a:lnTo>
                  <a:pt x="145618" y="118872"/>
                </a:lnTo>
                <a:cubicBezTo>
                  <a:pt x="142301" y="115254"/>
                  <a:pt x="142301" y="109707"/>
                  <a:pt x="145618" y="106090"/>
                </a:cubicBezTo>
                <a:lnTo>
                  <a:pt x="179362" y="69917"/>
                </a:lnTo>
                <a:cubicBezTo>
                  <a:pt x="183069" y="67373"/>
                  <a:pt x="188047" y="67750"/>
                  <a:pt x="191332" y="70818"/>
                </a:cubicBezTo>
                <a:cubicBezTo>
                  <a:pt x="194617" y="73885"/>
                  <a:pt x="195327" y="78826"/>
                  <a:pt x="193039" y="82699"/>
                </a:cubicBezTo>
                <a:moveTo>
                  <a:pt x="213234" y="142646"/>
                </a:moveTo>
                <a:lnTo>
                  <a:pt x="239181" y="115165"/>
                </a:lnTo>
                <a:cubicBezTo>
                  <a:pt x="240319" y="113938"/>
                  <a:pt x="240319" y="112046"/>
                  <a:pt x="239181" y="110819"/>
                </a:cubicBezTo>
                <a:lnTo>
                  <a:pt x="213618" y="83082"/>
                </a:lnTo>
                <a:cubicBezTo>
                  <a:pt x="211758" y="81318"/>
                  <a:pt x="210703" y="78870"/>
                  <a:pt x="210703" y="76308"/>
                </a:cubicBezTo>
                <a:cubicBezTo>
                  <a:pt x="210703" y="73745"/>
                  <a:pt x="211758" y="71297"/>
                  <a:pt x="213618" y="69533"/>
                </a:cubicBezTo>
                <a:cubicBezTo>
                  <a:pt x="217363" y="65795"/>
                  <a:pt x="223421" y="65795"/>
                  <a:pt x="227166" y="69533"/>
                </a:cubicBezTo>
                <a:lnTo>
                  <a:pt x="260144" y="106856"/>
                </a:lnTo>
                <a:cubicBezTo>
                  <a:pt x="263461" y="110474"/>
                  <a:pt x="263461" y="116021"/>
                  <a:pt x="260144" y="119638"/>
                </a:cubicBezTo>
                <a:lnTo>
                  <a:pt x="226016" y="156195"/>
                </a:lnTo>
                <a:cubicBezTo>
                  <a:pt x="222354" y="159390"/>
                  <a:pt x="216896" y="159390"/>
                  <a:pt x="213234" y="156195"/>
                </a:cubicBezTo>
                <a:cubicBezTo>
                  <a:pt x="209495" y="152450"/>
                  <a:pt x="209495" y="146391"/>
                  <a:pt x="213234" y="142646"/>
                </a:cubicBezTo>
                <a:moveTo>
                  <a:pt x="304242" y="38345"/>
                </a:moveTo>
                <a:lnTo>
                  <a:pt x="273437" y="7669"/>
                </a:lnTo>
                <a:cubicBezTo>
                  <a:pt x="268689" y="2818"/>
                  <a:pt x="262202" y="63"/>
                  <a:pt x="255415" y="0"/>
                </a:cubicBezTo>
                <a:lnTo>
                  <a:pt x="107272" y="0"/>
                </a:lnTo>
                <a:cubicBezTo>
                  <a:pt x="93154" y="0"/>
                  <a:pt x="81708" y="11446"/>
                  <a:pt x="81708" y="25563"/>
                </a:cubicBezTo>
                <a:lnTo>
                  <a:pt x="81708" y="118872"/>
                </a:lnTo>
                <a:cubicBezTo>
                  <a:pt x="81702" y="120469"/>
                  <a:pt x="82929" y="121805"/>
                  <a:pt x="84520" y="121939"/>
                </a:cubicBezTo>
                <a:cubicBezTo>
                  <a:pt x="90860" y="122604"/>
                  <a:pt x="97117" y="123933"/>
                  <a:pt x="103182" y="125902"/>
                </a:cubicBezTo>
                <a:cubicBezTo>
                  <a:pt x="104089" y="126221"/>
                  <a:pt x="105093" y="126106"/>
                  <a:pt x="105891" y="125576"/>
                </a:cubicBezTo>
                <a:cubicBezTo>
                  <a:pt x="106697" y="125052"/>
                  <a:pt x="107208" y="124176"/>
                  <a:pt x="107272" y="123217"/>
                </a:cubicBezTo>
                <a:lnTo>
                  <a:pt x="107272" y="32210"/>
                </a:lnTo>
                <a:cubicBezTo>
                  <a:pt x="107202" y="30472"/>
                  <a:pt x="107847" y="28778"/>
                  <a:pt x="109049" y="27525"/>
                </a:cubicBezTo>
                <a:cubicBezTo>
                  <a:pt x="110256" y="26273"/>
                  <a:pt x="111925" y="25563"/>
                  <a:pt x="113663" y="25563"/>
                </a:cubicBezTo>
                <a:lnTo>
                  <a:pt x="252730" y="25563"/>
                </a:lnTo>
                <a:cubicBezTo>
                  <a:pt x="254398" y="25551"/>
                  <a:pt x="256002" y="26196"/>
                  <a:pt x="257204" y="27353"/>
                </a:cubicBezTo>
                <a:lnTo>
                  <a:pt x="284302" y="54578"/>
                </a:lnTo>
                <a:cubicBezTo>
                  <a:pt x="285542" y="55735"/>
                  <a:pt x="286238" y="57358"/>
                  <a:pt x="286219" y="59052"/>
                </a:cubicBezTo>
                <a:lnTo>
                  <a:pt x="286219" y="230074"/>
                </a:lnTo>
                <a:cubicBezTo>
                  <a:pt x="286219" y="233602"/>
                  <a:pt x="283356" y="236465"/>
                  <a:pt x="279828" y="236465"/>
                </a:cubicBezTo>
                <a:lnTo>
                  <a:pt x="163257" y="236465"/>
                </a:lnTo>
                <a:cubicBezTo>
                  <a:pt x="161921" y="236504"/>
                  <a:pt x="160745" y="237366"/>
                  <a:pt x="160317" y="238638"/>
                </a:cubicBezTo>
                <a:cubicBezTo>
                  <a:pt x="158994" y="242799"/>
                  <a:pt x="157371" y="246857"/>
                  <a:pt x="155460" y="250781"/>
                </a:cubicBezTo>
                <a:cubicBezTo>
                  <a:pt x="154539" y="252130"/>
                  <a:pt x="154539" y="253906"/>
                  <a:pt x="155460" y="255255"/>
                </a:cubicBezTo>
                <a:lnTo>
                  <a:pt x="160445" y="260240"/>
                </a:lnTo>
                <a:cubicBezTo>
                  <a:pt x="161595" y="261480"/>
                  <a:pt x="163231" y="262131"/>
                  <a:pt x="164918" y="262029"/>
                </a:cubicBezTo>
                <a:lnTo>
                  <a:pt x="286219" y="262029"/>
                </a:lnTo>
                <a:cubicBezTo>
                  <a:pt x="300337" y="262029"/>
                  <a:pt x="311783" y="250583"/>
                  <a:pt x="311783" y="236465"/>
                </a:cubicBezTo>
                <a:lnTo>
                  <a:pt x="311783" y="56623"/>
                </a:lnTo>
                <a:cubicBezTo>
                  <a:pt x="311821" y="49766"/>
                  <a:pt x="309105" y="43177"/>
                  <a:pt x="304242" y="3834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93487" y="5319129"/>
            <a:ext cx="298292" cy="306766"/>
          </a:xfrm>
          <a:custGeom>
            <a:avLst/>
            <a:gdLst/>
            <a:ahLst/>
            <a:cxnLst/>
            <a:rect l="0" t="0" r="0" b="0"/>
            <a:pathLst>
              <a:path w="298292" h="306766">
                <a:moveTo>
                  <a:pt x="78155" y="0"/>
                </a:moveTo>
                <a:cubicBezTo>
                  <a:pt x="71093" y="0"/>
                  <a:pt x="65373" y="5719"/>
                  <a:pt x="65373" y="12781"/>
                </a:cubicBezTo>
                <a:cubicBezTo>
                  <a:pt x="65373" y="19843"/>
                  <a:pt x="71093" y="25563"/>
                  <a:pt x="78155" y="25563"/>
                </a:cubicBezTo>
                <a:lnTo>
                  <a:pt x="205974" y="25563"/>
                </a:lnTo>
                <a:cubicBezTo>
                  <a:pt x="213036" y="25563"/>
                  <a:pt x="218756" y="19843"/>
                  <a:pt x="218756" y="12781"/>
                </a:cubicBezTo>
                <a:cubicBezTo>
                  <a:pt x="218756" y="5719"/>
                  <a:pt x="213036" y="0"/>
                  <a:pt x="205974" y="0"/>
                </a:cubicBezTo>
                <a:lnTo>
                  <a:pt x="78155" y="0"/>
                </a:lnTo>
                <a:moveTo>
                  <a:pt x="78155" y="281202"/>
                </a:moveTo>
                <a:cubicBezTo>
                  <a:pt x="71093" y="281202"/>
                  <a:pt x="65373" y="286922"/>
                  <a:pt x="65373" y="293984"/>
                </a:cubicBezTo>
                <a:cubicBezTo>
                  <a:pt x="65373" y="301046"/>
                  <a:pt x="71093" y="306766"/>
                  <a:pt x="78155" y="306766"/>
                </a:cubicBezTo>
                <a:lnTo>
                  <a:pt x="205974" y="306766"/>
                </a:lnTo>
                <a:cubicBezTo>
                  <a:pt x="213036" y="306766"/>
                  <a:pt x="218756" y="301046"/>
                  <a:pt x="218756" y="293984"/>
                </a:cubicBezTo>
                <a:cubicBezTo>
                  <a:pt x="218756" y="286922"/>
                  <a:pt x="213036" y="281202"/>
                  <a:pt x="205974" y="281202"/>
                </a:cubicBezTo>
                <a:lnTo>
                  <a:pt x="78155" y="281202"/>
                </a:lnTo>
                <a:moveTo>
                  <a:pt x="78244" y="173578"/>
                </a:moveTo>
                <a:cubicBezTo>
                  <a:pt x="81210" y="179976"/>
                  <a:pt x="78429" y="187568"/>
                  <a:pt x="72032" y="190540"/>
                </a:cubicBezTo>
                <a:lnTo>
                  <a:pt x="19626" y="214825"/>
                </a:lnTo>
                <a:cubicBezTo>
                  <a:pt x="13261" y="217599"/>
                  <a:pt x="5841" y="214787"/>
                  <a:pt x="2920" y="208486"/>
                </a:cubicBezTo>
                <a:cubicBezTo>
                  <a:pt x="0" y="202184"/>
                  <a:pt x="2645" y="194707"/>
                  <a:pt x="8877" y="191639"/>
                </a:cubicBezTo>
                <a:lnTo>
                  <a:pt x="61282" y="167353"/>
                </a:lnTo>
                <a:cubicBezTo>
                  <a:pt x="67680" y="164388"/>
                  <a:pt x="75272" y="167168"/>
                  <a:pt x="78244" y="173565"/>
                </a:cubicBezTo>
                <a:moveTo>
                  <a:pt x="19613" y="91927"/>
                </a:moveTo>
                <a:cubicBezTo>
                  <a:pt x="13261" y="89217"/>
                  <a:pt x="5905" y="92049"/>
                  <a:pt x="3003" y="98318"/>
                </a:cubicBezTo>
                <a:cubicBezTo>
                  <a:pt x="102" y="104581"/>
                  <a:pt x="2703" y="112020"/>
                  <a:pt x="8877" y="115114"/>
                </a:cubicBezTo>
                <a:lnTo>
                  <a:pt x="61282" y="139399"/>
                </a:lnTo>
                <a:cubicBezTo>
                  <a:pt x="67635" y="142109"/>
                  <a:pt x="74991" y="139278"/>
                  <a:pt x="77893" y="133008"/>
                </a:cubicBezTo>
                <a:cubicBezTo>
                  <a:pt x="80794" y="126745"/>
                  <a:pt x="78193" y="119306"/>
                  <a:pt x="72019" y="116213"/>
                </a:cubicBezTo>
                <a:lnTo>
                  <a:pt x="19613" y="91927"/>
                </a:lnTo>
                <a:moveTo>
                  <a:pt x="203418" y="153383"/>
                </a:moveTo>
                <a:cubicBezTo>
                  <a:pt x="203418" y="146321"/>
                  <a:pt x="209138" y="140601"/>
                  <a:pt x="216200" y="140601"/>
                </a:cubicBezTo>
                <a:lnTo>
                  <a:pt x="246237" y="140601"/>
                </a:lnTo>
                <a:lnTo>
                  <a:pt x="246237" y="121428"/>
                </a:lnTo>
                <a:cubicBezTo>
                  <a:pt x="246243" y="117555"/>
                  <a:pt x="248576" y="114059"/>
                  <a:pt x="252155" y="112576"/>
                </a:cubicBezTo>
                <a:cubicBezTo>
                  <a:pt x="255734" y="111094"/>
                  <a:pt x="259856" y="111918"/>
                  <a:pt x="262598" y="114653"/>
                </a:cubicBezTo>
                <a:lnTo>
                  <a:pt x="294553" y="146608"/>
                </a:lnTo>
                <a:cubicBezTo>
                  <a:pt x="298292" y="150353"/>
                  <a:pt x="298292" y="156412"/>
                  <a:pt x="294553" y="160157"/>
                </a:cubicBezTo>
                <a:lnTo>
                  <a:pt x="262598" y="192112"/>
                </a:lnTo>
                <a:cubicBezTo>
                  <a:pt x="259856" y="194847"/>
                  <a:pt x="255734" y="195672"/>
                  <a:pt x="252155" y="194189"/>
                </a:cubicBezTo>
                <a:cubicBezTo>
                  <a:pt x="248576" y="192706"/>
                  <a:pt x="246243" y="189210"/>
                  <a:pt x="246237" y="185338"/>
                </a:cubicBezTo>
                <a:lnTo>
                  <a:pt x="246237" y="166165"/>
                </a:lnTo>
                <a:lnTo>
                  <a:pt x="216200" y="166165"/>
                </a:lnTo>
                <a:cubicBezTo>
                  <a:pt x="209138" y="166165"/>
                  <a:pt x="203418" y="160445"/>
                  <a:pt x="203418" y="153383"/>
                </a:cubicBezTo>
                <a:moveTo>
                  <a:pt x="131890" y="66261"/>
                </a:moveTo>
                <a:cubicBezTo>
                  <a:pt x="131890" y="74761"/>
                  <a:pt x="125000" y="81651"/>
                  <a:pt x="116500" y="81651"/>
                </a:cubicBezTo>
                <a:cubicBezTo>
                  <a:pt x="108000" y="81651"/>
                  <a:pt x="101111" y="74761"/>
                  <a:pt x="101111" y="66261"/>
                </a:cubicBezTo>
                <a:cubicBezTo>
                  <a:pt x="101111" y="57761"/>
                  <a:pt x="108000" y="50872"/>
                  <a:pt x="116500" y="50872"/>
                </a:cubicBezTo>
                <a:cubicBezTo>
                  <a:pt x="125000" y="50872"/>
                  <a:pt x="131890" y="57761"/>
                  <a:pt x="131890" y="66261"/>
                </a:cubicBezTo>
                <a:moveTo>
                  <a:pt x="116500" y="198350"/>
                </a:moveTo>
                <a:cubicBezTo>
                  <a:pt x="125000" y="198350"/>
                  <a:pt x="131890" y="191460"/>
                  <a:pt x="131890" y="182960"/>
                </a:cubicBezTo>
                <a:cubicBezTo>
                  <a:pt x="131890" y="174460"/>
                  <a:pt x="125000" y="167571"/>
                  <a:pt x="116500" y="167571"/>
                </a:cubicBezTo>
                <a:cubicBezTo>
                  <a:pt x="108000" y="167571"/>
                  <a:pt x="101111" y="174460"/>
                  <a:pt x="101111" y="182960"/>
                </a:cubicBezTo>
                <a:cubicBezTo>
                  <a:pt x="101111" y="191460"/>
                  <a:pt x="108000" y="198350"/>
                  <a:pt x="116500" y="198350"/>
                </a:cubicBezTo>
                <a:moveTo>
                  <a:pt x="131890" y="123805"/>
                </a:moveTo>
                <a:cubicBezTo>
                  <a:pt x="131890" y="132305"/>
                  <a:pt x="125000" y="139195"/>
                  <a:pt x="116500" y="139195"/>
                </a:cubicBezTo>
                <a:cubicBezTo>
                  <a:pt x="108000" y="139195"/>
                  <a:pt x="101111" y="132305"/>
                  <a:pt x="101111" y="123805"/>
                </a:cubicBezTo>
                <a:cubicBezTo>
                  <a:pt x="101111" y="115305"/>
                  <a:pt x="108000" y="108416"/>
                  <a:pt x="116500" y="108416"/>
                </a:cubicBezTo>
                <a:cubicBezTo>
                  <a:pt x="125000" y="108416"/>
                  <a:pt x="131890" y="115305"/>
                  <a:pt x="131890" y="123805"/>
                </a:cubicBezTo>
                <a:moveTo>
                  <a:pt x="116500" y="255894"/>
                </a:moveTo>
                <a:cubicBezTo>
                  <a:pt x="125000" y="255894"/>
                  <a:pt x="131890" y="249004"/>
                  <a:pt x="131890" y="240504"/>
                </a:cubicBezTo>
                <a:cubicBezTo>
                  <a:pt x="131890" y="232004"/>
                  <a:pt x="125000" y="225115"/>
                  <a:pt x="116500" y="225115"/>
                </a:cubicBezTo>
                <a:cubicBezTo>
                  <a:pt x="108000" y="225115"/>
                  <a:pt x="101111" y="232004"/>
                  <a:pt x="101111" y="240504"/>
                </a:cubicBezTo>
                <a:cubicBezTo>
                  <a:pt x="101111" y="249004"/>
                  <a:pt x="108000" y="255894"/>
                  <a:pt x="116500" y="255894"/>
                </a:cubicBezTo>
                <a:moveTo>
                  <a:pt x="183018" y="66261"/>
                </a:moveTo>
                <a:cubicBezTo>
                  <a:pt x="183018" y="74761"/>
                  <a:pt x="176128" y="81651"/>
                  <a:pt x="167628" y="81651"/>
                </a:cubicBezTo>
                <a:cubicBezTo>
                  <a:pt x="159128" y="81651"/>
                  <a:pt x="152239" y="74761"/>
                  <a:pt x="152239" y="66261"/>
                </a:cubicBezTo>
                <a:cubicBezTo>
                  <a:pt x="152239" y="57761"/>
                  <a:pt x="159128" y="50872"/>
                  <a:pt x="167628" y="50872"/>
                </a:cubicBezTo>
                <a:cubicBezTo>
                  <a:pt x="176128" y="50872"/>
                  <a:pt x="183018" y="57761"/>
                  <a:pt x="183018" y="66261"/>
                </a:cubicBezTo>
                <a:moveTo>
                  <a:pt x="167628" y="198350"/>
                </a:moveTo>
                <a:cubicBezTo>
                  <a:pt x="176128" y="198350"/>
                  <a:pt x="183018" y="191460"/>
                  <a:pt x="183018" y="182960"/>
                </a:cubicBezTo>
                <a:cubicBezTo>
                  <a:pt x="183018" y="174460"/>
                  <a:pt x="176128" y="167571"/>
                  <a:pt x="167628" y="167571"/>
                </a:cubicBezTo>
                <a:cubicBezTo>
                  <a:pt x="159128" y="167571"/>
                  <a:pt x="152239" y="174460"/>
                  <a:pt x="152239" y="182960"/>
                </a:cubicBezTo>
                <a:cubicBezTo>
                  <a:pt x="152239" y="191460"/>
                  <a:pt x="159128" y="198350"/>
                  <a:pt x="167628" y="198350"/>
                </a:cubicBezTo>
                <a:moveTo>
                  <a:pt x="183018" y="123805"/>
                </a:moveTo>
                <a:cubicBezTo>
                  <a:pt x="183018" y="132305"/>
                  <a:pt x="176128" y="139195"/>
                  <a:pt x="167628" y="139195"/>
                </a:cubicBezTo>
                <a:cubicBezTo>
                  <a:pt x="159128" y="139195"/>
                  <a:pt x="152239" y="132305"/>
                  <a:pt x="152239" y="123805"/>
                </a:cubicBezTo>
                <a:cubicBezTo>
                  <a:pt x="152239" y="115305"/>
                  <a:pt x="159128" y="108416"/>
                  <a:pt x="167628" y="108416"/>
                </a:cubicBezTo>
                <a:cubicBezTo>
                  <a:pt x="176128" y="108416"/>
                  <a:pt x="183018" y="115305"/>
                  <a:pt x="183018" y="123805"/>
                </a:cubicBezTo>
                <a:moveTo>
                  <a:pt x="167628" y="255894"/>
                </a:moveTo>
                <a:cubicBezTo>
                  <a:pt x="176128" y="255894"/>
                  <a:pt x="183018" y="249004"/>
                  <a:pt x="183018" y="240504"/>
                </a:cubicBezTo>
                <a:cubicBezTo>
                  <a:pt x="183018" y="232004"/>
                  <a:pt x="176128" y="225115"/>
                  <a:pt x="167628" y="225115"/>
                </a:cubicBezTo>
                <a:cubicBezTo>
                  <a:pt x="159128" y="225115"/>
                  <a:pt x="152239" y="232004"/>
                  <a:pt x="152239" y="240504"/>
                </a:cubicBezTo>
                <a:cubicBezTo>
                  <a:pt x="152239" y="249004"/>
                  <a:pt x="159128" y="255894"/>
                  <a:pt x="167628" y="2558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890298" y="3884286"/>
            <a:ext cx="303392" cy="296560"/>
          </a:xfrm>
          <a:custGeom>
            <a:avLst/>
            <a:gdLst/>
            <a:ahLst/>
            <a:cxnLst/>
            <a:rect l="0" t="0" r="0" b="0"/>
            <a:pathLst>
              <a:path w="303392" h="296560">
                <a:moveTo>
                  <a:pt x="24681" y="70"/>
                </a:moveTo>
                <a:cubicBezTo>
                  <a:pt x="17038" y="70"/>
                  <a:pt x="8704" y="3956"/>
                  <a:pt x="4486" y="12404"/>
                </a:cubicBezTo>
                <a:cubicBezTo>
                  <a:pt x="0" y="21352"/>
                  <a:pt x="2990" y="29634"/>
                  <a:pt x="5355" y="34364"/>
                </a:cubicBezTo>
                <a:cubicBezTo>
                  <a:pt x="5777" y="35201"/>
                  <a:pt x="6282" y="35987"/>
                  <a:pt x="6876" y="36716"/>
                </a:cubicBezTo>
                <a:lnTo>
                  <a:pt x="46296" y="85159"/>
                </a:lnTo>
                <a:lnTo>
                  <a:pt x="76832" y="122687"/>
                </a:lnTo>
                <a:lnTo>
                  <a:pt x="76832" y="201488"/>
                </a:lnTo>
                <a:cubicBezTo>
                  <a:pt x="76832" y="205916"/>
                  <a:pt x="79120" y="210032"/>
                  <a:pt x="82890" y="212365"/>
                </a:cubicBezTo>
                <a:cubicBezTo>
                  <a:pt x="86661" y="214698"/>
                  <a:pt x="91365" y="214909"/>
                  <a:pt x="95327" y="212927"/>
                </a:cubicBezTo>
                <a:lnTo>
                  <a:pt x="139195" y="190994"/>
                </a:lnTo>
                <a:cubicBezTo>
                  <a:pt x="143528" y="188827"/>
                  <a:pt x="146263" y="184398"/>
                  <a:pt x="146263" y="179554"/>
                </a:cubicBezTo>
                <a:lnTo>
                  <a:pt x="146263" y="122674"/>
                </a:lnTo>
                <a:lnTo>
                  <a:pt x="176812" y="85159"/>
                </a:lnTo>
                <a:lnTo>
                  <a:pt x="215899" y="37099"/>
                </a:lnTo>
                <a:cubicBezTo>
                  <a:pt x="223198" y="29225"/>
                  <a:pt x="221728" y="18629"/>
                  <a:pt x="218622" y="12404"/>
                </a:cubicBezTo>
                <a:cubicBezTo>
                  <a:pt x="214781" y="4786"/>
                  <a:pt x="206945" y="0"/>
                  <a:pt x="198413" y="70"/>
                </a:cubicBezTo>
                <a:lnTo>
                  <a:pt x="24681" y="70"/>
                </a:lnTo>
                <a:moveTo>
                  <a:pt x="62299" y="64299"/>
                </a:moveTo>
                <a:lnTo>
                  <a:pt x="30817" y="25634"/>
                </a:lnTo>
                <a:lnTo>
                  <a:pt x="192291" y="25634"/>
                </a:lnTo>
                <a:lnTo>
                  <a:pt x="160822" y="64299"/>
                </a:lnTo>
                <a:lnTo>
                  <a:pt x="62299" y="64299"/>
                </a:lnTo>
                <a:moveTo>
                  <a:pt x="296783" y="239041"/>
                </a:moveTo>
                <a:lnTo>
                  <a:pt x="302510" y="236178"/>
                </a:lnTo>
                <a:lnTo>
                  <a:pt x="296796" y="239041"/>
                </a:lnTo>
                <a:moveTo>
                  <a:pt x="296783" y="239041"/>
                </a:moveTo>
                <a:lnTo>
                  <a:pt x="302497" y="241917"/>
                </a:lnTo>
                <a:lnTo>
                  <a:pt x="296796" y="239041"/>
                </a:lnTo>
                <a:moveTo>
                  <a:pt x="137802" y="235973"/>
                </a:moveTo>
                <a:cubicBezTo>
                  <a:pt x="138198" y="235194"/>
                  <a:pt x="138613" y="234427"/>
                  <a:pt x="139054" y="233672"/>
                </a:cubicBezTo>
                <a:cubicBezTo>
                  <a:pt x="144314" y="224661"/>
                  <a:pt x="150699" y="216353"/>
                  <a:pt x="158061" y="208952"/>
                </a:cubicBezTo>
                <a:cubicBezTo>
                  <a:pt x="171533" y="195480"/>
                  <a:pt x="192240" y="181522"/>
                  <a:pt x="220092" y="181522"/>
                </a:cubicBezTo>
                <a:cubicBezTo>
                  <a:pt x="247956" y="181522"/>
                  <a:pt x="268663" y="195480"/>
                  <a:pt x="282135" y="208965"/>
                </a:cubicBezTo>
                <a:cubicBezTo>
                  <a:pt x="289491" y="216359"/>
                  <a:pt x="295882" y="224661"/>
                  <a:pt x="301142" y="233672"/>
                </a:cubicBezTo>
                <a:cubicBezTo>
                  <a:pt x="301576" y="234439"/>
                  <a:pt x="301909" y="235040"/>
                  <a:pt x="302126" y="235462"/>
                </a:cubicBezTo>
                <a:cubicBezTo>
                  <a:pt x="303392" y="237980"/>
                  <a:pt x="303392" y="240115"/>
                  <a:pt x="302497" y="241917"/>
                </a:cubicBezTo>
                <a:cubicBezTo>
                  <a:pt x="301998" y="242901"/>
                  <a:pt x="301583" y="243668"/>
                  <a:pt x="301142" y="244422"/>
                </a:cubicBezTo>
                <a:cubicBezTo>
                  <a:pt x="295882" y="253433"/>
                  <a:pt x="289491" y="261742"/>
                  <a:pt x="282135" y="269142"/>
                </a:cubicBezTo>
                <a:cubicBezTo>
                  <a:pt x="268650" y="282602"/>
                  <a:pt x="247956" y="296560"/>
                  <a:pt x="220092" y="296560"/>
                </a:cubicBezTo>
                <a:cubicBezTo>
                  <a:pt x="192240" y="296560"/>
                  <a:pt x="171533" y="282614"/>
                  <a:pt x="158061" y="269130"/>
                </a:cubicBezTo>
                <a:cubicBezTo>
                  <a:pt x="150705" y="261729"/>
                  <a:pt x="144314" y="253421"/>
                  <a:pt x="139054" y="244409"/>
                </a:cubicBezTo>
                <a:cubicBezTo>
                  <a:pt x="138620" y="243655"/>
                  <a:pt x="138204" y="242895"/>
                  <a:pt x="137802" y="242121"/>
                </a:cubicBezTo>
                <a:cubicBezTo>
                  <a:pt x="136798" y="240102"/>
                  <a:pt x="136798" y="237980"/>
                  <a:pt x="137699" y="236178"/>
                </a:cubicBezTo>
                <a:moveTo>
                  <a:pt x="137699" y="236178"/>
                </a:moveTo>
                <a:lnTo>
                  <a:pt x="143413" y="239041"/>
                </a:lnTo>
                <a:lnTo>
                  <a:pt x="137699" y="236178"/>
                </a:lnTo>
                <a:moveTo>
                  <a:pt x="220092" y="263071"/>
                </a:moveTo>
                <a:cubicBezTo>
                  <a:pt x="233366" y="263071"/>
                  <a:pt x="244122" y="252315"/>
                  <a:pt x="244122" y="239041"/>
                </a:cubicBezTo>
                <a:cubicBezTo>
                  <a:pt x="244122" y="225767"/>
                  <a:pt x="233366" y="215011"/>
                  <a:pt x="220092" y="215011"/>
                </a:cubicBezTo>
                <a:cubicBezTo>
                  <a:pt x="206824" y="215011"/>
                  <a:pt x="196062" y="225773"/>
                  <a:pt x="196062" y="239041"/>
                </a:cubicBezTo>
                <a:cubicBezTo>
                  <a:pt x="196062" y="252309"/>
                  <a:pt x="206824" y="263071"/>
                  <a:pt x="220092" y="26307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6526" y="2721202"/>
            <a:ext cx="1526059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추적성에는 좋지만, 민감한 데이터가
커밋에 추가되는 것을 본질적으로 방지
하지는 못합니다.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4049" y="2721202"/>
            <a:ext cx="1526059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이러한 사전 제외는 민감한 자격 증명
이 리포지토리에 커밋되지 않도록 보장
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6525" y="2034172"/>
            <a:ext cx="1457130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개발자의 주의에 의존하여 민
감한 파일을 커밋하지 않도록
하므로, 민감한 파일 제외를
직접적으로 다루지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049" y="2034172"/>
            <a:ext cx="145232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API 키와 비밀번호가 실수로
포함되는 것을 방지하기 위해
무시할 파일과 폴더를 명시적
으로 나열합니다.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048" y="3529658"/>
            <a:ext cx="1367362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주로 추적하지 않을 내용에
초점을 맞춰 코드 기록 추적
성에 직접적인 이점을 거의
제공하지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6525" y="3529658"/>
            <a:ext cx="1367362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특정 의미 있는 커밋으로 변
경 사항을 분리하여 버그 발
생 원인을 신속하게 파악할
수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4049" y="4216688"/>
            <a:ext cx="1458733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추적 대상에 포함된 내용의 상세 기록
이 아니라 제외되는 내용에 영향을 미
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6526" y="4216687"/>
            <a:ext cx="1526059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특정 변경 사항을 되돌리거나 검토하는
것이 훨씬 쉽고 정확해집니다.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3890" y="1404661"/>
            <a:ext cx="113172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E88E7"/>
                </a:solidFill>
                <a:latin typeface="Roboto"/>
              </a:rPr>
              <a:t>작은 단위의 커밋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1977" y="1404662"/>
            <a:ext cx="690627" cy="191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7F64EA"/>
                </a:solidFill>
                <a:latin typeface="Roboto"/>
              </a:rPr>
              <a:t>.gitignore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7709" y="771955"/>
            <a:ext cx="449161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dirty="0" err="1">
                <a:solidFill>
                  <a:srgbClr val="484848"/>
                </a:solidFill>
                <a:latin typeface="Roboto"/>
              </a:rPr>
              <a:t>코드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관리의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어떤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접근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방식이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더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나은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보안과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추적성을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484848"/>
                </a:solidFill>
                <a:latin typeface="Roboto"/>
              </a:rPr>
              <a:t>제공하는가</a:t>
            </a:r>
            <a:r>
              <a:rPr sz="1200" b="1" dirty="0">
                <a:solidFill>
                  <a:srgbClr val="484848"/>
                </a:solidFill>
                <a:latin typeface="Roboto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6526" y="4910107"/>
            <a:ext cx="145232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추적되는 변경 사항이 커밋
기록에서 어떻게 구성되고 표
시되는지에 영향을 미칩니
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4049" y="5712173"/>
            <a:ext cx="148117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Git이 관리할 파일의 초기 집합을 결정
합니다.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4049" y="5025144"/>
            <a:ext cx="145232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Roboto"/>
              </a:rPr>
              <a:t>Git이 추적 대상으로 고려하
는 파일을 명시적으로 지정하
여 게이트키퍼 역할을 합니
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6525" y="5597136"/>
            <a:ext cx="1258358" cy="107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>
                <a:solidFill>
                  <a:srgbClr val="FFFFFF"/>
                </a:solidFill>
                <a:latin typeface="Roboto"/>
              </a:rPr>
              <a:t>코드 개발의 서사를 구성합니다.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1C1D-5E5E-A06C-DD96-1382C9E2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B2A47-71F5-5C21-E756-72CBA72B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386"/>
            <a:ext cx="10515600" cy="883227"/>
          </a:xfrm>
        </p:spPr>
        <p:txBody>
          <a:bodyPr>
            <a:normAutofit/>
          </a:bodyPr>
          <a:lstStyle/>
          <a:p>
            <a:pPr algn="ctr"/>
            <a:r>
              <a:rPr lang="en-US" altLang="ko-KR" sz="4400" b="1" dirty="0"/>
              <a:t>Git</a:t>
            </a:r>
            <a:r>
              <a:rPr lang="ko-KR" altLang="en-US" sz="4400" b="1" dirty="0"/>
              <a:t>의 미래와 학습 방향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99640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19895" y="2188369"/>
            <a:ext cx="1485900" cy="1485900"/>
          </a:xfrm>
          <a:custGeom>
            <a:avLst/>
            <a:gdLst/>
            <a:ahLst/>
            <a:cxnLst/>
            <a:rect l="0" t="0" r="0" b="0"/>
            <a:pathLst>
              <a:path w="1485900" h="1485900">
                <a:moveTo>
                  <a:pt x="800100" y="400050"/>
                </a:moveTo>
                <a:cubicBezTo>
                  <a:pt x="800100" y="620991"/>
                  <a:pt x="620991" y="800100"/>
                  <a:pt x="400050" y="800100"/>
                </a:cubicBezTo>
                <a:cubicBezTo>
                  <a:pt x="333660" y="800100"/>
                  <a:pt x="271052" y="783926"/>
                  <a:pt x="215941" y="755313"/>
                </a:cubicBezTo>
                <a:cubicBezTo>
                  <a:pt x="87649" y="688686"/>
                  <a:pt x="0" y="554602"/>
                  <a:pt x="0" y="400050"/>
                </a:cubicBezTo>
                <a:cubicBezTo>
                  <a:pt x="0" y="179108"/>
                  <a:pt x="179108" y="0"/>
                  <a:pt x="400050" y="0"/>
                </a:cubicBezTo>
                <a:cubicBezTo>
                  <a:pt x="554602" y="0"/>
                  <a:pt x="688686" y="87649"/>
                  <a:pt x="755313" y="215950"/>
                </a:cubicBezTo>
                <a:cubicBezTo>
                  <a:pt x="783926" y="271052"/>
                  <a:pt x="800100" y="333660"/>
                  <a:pt x="800100" y="400050"/>
                </a:cubicBezTo>
                <a:moveTo>
                  <a:pt x="1038" y="1485900"/>
                </a:moveTo>
                <a:lnTo>
                  <a:pt x="1028700" y="1485900"/>
                </a:lnTo>
                <a:cubicBezTo>
                  <a:pt x="1281207" y="1485900"/>
                  <a:pt x="1485900" y="1281207"/>
                  <a:pt x="1485900" y="1028700"/>
                </a:cubicBezTo>
                <a:lnTo>
                  <a:pt x="1485900" y="1038"/>
                </a:lnTo>
                <a:cubicBezTo>
                  <a:pt x="1219628" y="10734"/>
                  <a:pt x="970568" y="87896"/>
                  <a:pt x="755313" y="215950"/>
                </a:cubicBezTo>
                <a:cubicBezTo>
                  <a:pt x="783926" y="271052"/>
                  <a:pt x="800100" y="333660"/>
                  <a:pt x="800100" y="400050"/>
                </a:cubicBezTo>
                <a:cubicBezTo>
                  <a:pt x="800100" y="620991"/>
                  <a:pt x="620991" y="800100"/>
                  <a:pt x="400050" y="800100"/>
                </a:cubicBezTo>
                <a:cubicBezTo>
                  <a:pt x="333660" y="800100"/>
                  <a:pt x="271052" y="783926"/>
                  <a:pt x="215941" y="755313"/>
                </a:cubicBezTo>
                <a:cubicBezTo>
                  <a:pt x="87896" y="970568"/>
                  <a:pt x="10734" y="1219628"/>
                  <a:pt x="1038" y="1485900"/>
                </a:cubicBez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895" y="2188369"/>
            <a:ext cx="1485900" cy="1485902"/>
          </a:xfrm>
          <a:custGeom>
            <a:avLst/>
            <a:gdLst/>
            <a:ahLst/>
            <a:cxnLst/>
            <a:rect l="0" t="0" r="0" b="0"/>
            <a:pathLst>
              <a:path w="1485900" h="1485902">
                <a:moveTo>
                  <a:pt x="800100" y="400050"/>
                </a:moveTo>
                <a:cubicBezTo>
                  <a:pt x="800100" y="620991"/>
                  <a:pt x="620991" y="800100"/>
                  <a:pt x="400050" y="800100"/>
                </a:cubicBezTo>
                <a:cubicBezTo>
                  <a:pt x="333663" y="800100"/>
                  <a:pt x="271053" y="783929"/>
                  <a:pt x="215945" y="755312"/>
                </a:cubicBezTo>
                <a:cubicBezTo>
                  <a:pt x="87645" y="688688"/>
                  <a:pt x="0" y="554604"/>
                  <a:pt x="0" y="400050"/>
                </a:cubicBezTo>
                <a:cubicBezTo>
                  <a:pt x="0" y="179108"/>
                  <a:pt x="179108" y="0"/>
                  <a:pt x="400050" y="0"/>
                </a:cubicBezTo>
                <a:cubicBezTo>
                  <a:pt x="554605" y="0"/>
                  <a:pt x="688689" y="87645"/>
                  <a:pt x="755313" y="215946"/>
                </a:cubicBezTo>
                <a:cubicBezTo>
                  <a:pt x="783929" y="271054"/>
                  <a:pt x="800100" y="333663"/>
                  <a:pt x="800100" y="400050"/>
                </a:cubicBezTo>
                <a:close/>
                <a:moveTo>
                  <a:pt x="1038" y="1485902"/>
                </a:moveTo>
                <a:lnTo>
                  <a:pt x="1028700" y="1485902"/>
                </a:lnTo>
                <a:cubicBezTo>
                  <a:pt x="1281203" y="1485902"/>
                  <a:pt x="1485900" y="1281207"/>
                  <a:pt x="1485900" y="1028702"/>
                </a:cubicBezTo>
                <a:lnTo>
                  <a:pt x="1485900" y="1042"/>
                </a:lnTo>
                <a:cubicBezTo>
                  <a:pt x="1219626" y="10736"/>
                  <a:pt x="970568" y="87899"/>
                  <a:pt x="755313" y="215946"/>
                </a:cubicBezTo>
                <a:cubicBezTo>
                  <a:pt x="783929" y="271054"/>
                  <a:pt x="800100" y="333663"/>
                  <a:pt x="800100" y="400050"/>
                </a:cubicBezTo>
                <a:cubicBezTo>
                  <a:pt x="800100" y="620991"/>
                  <a:pt x="620991" y="800100"/>
                  <a:pt x="400050" y="800100"/>
                </a:cubicBezTo>
                <a:cubicBezTo>
                  <a:pt x="333663" y="800100"/>
                  <a:pt x="271053" y="783929"/>
                  <a:pt x="215945" y="755312"/>
                </a:cubicBezTo>
                <a:cubicBezTo>
                  <a:pt x="87897" y="970569"/>
                  <a:pt x="10732" y="1219628"/>
                  <a:pt x="1038" y="1485902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895" y="3788569"/>
            <a:ext cx="1485900" cy="1485900"/>
          </a:xfrm>
          <a:custGeom>
            <a:avLst/>
            <a:gdLst/>
            <a:ahLst/>
            <a:cxnLst/>
            <a:rect l="0" t="0" r="0" b="0"/>
            <a:pathLst>
              <a:path w="1485900" h="1485900">
                <a:moveTo>
                  <a:pt x="800100" y="1085850"/>
                </a:moveTo>
                <a:cubicBezTo>
                  <a:pt x="800100" y="1152239"/>
                  <a:pt x="783926" y="1214847"/>
                  <a:pt x="755313" y="1269958"/>
                </a:cubicBezTo>
                <a:cubicBezTo>
                  <a:pt x="688686" y="1398250"/>
                  <a:pt x="554602" y="1485900"/>
                  <a:pt x="400050" y="1485900"/>
                </a:cubicBezTo>
                <a:cubicBezTo>
                  <a:pt x="179108" y="1485900"/>
                  <a:pt x="0" y="1306791"/>
                  <a:pt x="0" y="1085850"/>
                </a:cubicBezTo>
                <a:cubicBezTo>
                  <a:pt x="0" y="931297"/>
                  <a:pt x="87639" y="797213"/>
                  <a:pt x="215941" y="730586"/>
                </a:cubicBezTo>
                <a:cubicBezTo>
                  <a:pt x="271052" y="701963"/>
                  <a:pt x="333660" y="685800"/>
                  <a:pt x="400050" y="685800"/>
                </a:cubicBezTo>
                <a:cubicBezTo>
                  <a:pt x="620991" y="685800"/>
                  <a:pt x="800100" y="864908"/>
                  <a:pt x="800100" y="1085850"/>
                </a:cubicBezTo>
                <a:moveTo>
                  <a:pt x="1485900" y="1484861"/>
                </a:moveTo>
                <a:lnTo>
                  <a:pt x="1485900" y="457200"/>
                </a:lnTo>
                <a:cubicBezTo>
                  <a:pt x="1485900" y="204692"/>
                  <a:pt x="1281207" y="0"/>
                  <a:pt x="1028700" y="0"/>
                </a:cubicBezTo>
                <a:lnTo>
                  <a:pt x="1038" y="0"/>
                </a:lnTo>
                <a:cubicBezTo>
                  <a:pt x="10734" y="266271"/>
                  <a:pt x="87896" y="515331"/>
                  <a:pt x="215941" y="730586"/>
                </a:cubicBezTo>
                <a:cubicBezTo>
                  <a:pt x="271052" y="701963"/>
                  <a:pt x="333660" y="685800"/>
                  <a:pt x="400050" y="685800"/>
                </a:cubicBezTo>
                <a:cubicBezTo>
                  <a:pt x="620991" y="685800"/>
                  <a:pt x="800100" y="864908"/>
                  <a:pt x="800100" y="1085850"/>
                </a:cubicBezTo>
                <a:cubicBezTo>
                  <a:pt x="800100" y="1152239"/>
                  <a:pt x="783926" y="1214847"/>
                  <a:pt x="755313" y="1269958"/>
                </a:cubicBezTo>
                <a:cubicBezTo>
                  <a:pt x="970568" y="1398003"/>
                  <a:pt x="1219628" y="1475165"/>
                  <a:pt x="1485900" y="1484861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19895" y="3788570"/>
            <a:ext cx="1485900" cy="1485897"/>
          </a:xfrm>
          <a:custGeom>
            <a:avLst/>
            <a:gdLst/>
            <a:ahLst/>
            <a:cxnLst/>
            <a:rect l="0" t="0" r="0" b="0"/>
            <a:pathLst>
              <a:path w="1485900" h="1485897">
                <a:moveTo>
                  <a:pt x="800100" y="1085847"/>
                </a:moveTo>
                <a:cubicBezTo>
                  <a:pt x="800100" y="1152235"/>
                  <a:pt x="783928" y="1214846"/>
                  <a:pt x="755310" y="1269955"/>
                </a:cubicBezTo>
                <a:cubicBezTo>
                  <a:pt x="688687" y="1398253"/>
                  <a:pt x="554603" y="1485897"/>
                  <a:pt x="400050" y="1485897"/>
                </a:cubicBezTo>
                <a:cubicBezTo>
                  <a:pt x="179108" y="1485897"/>
                  <a:pt x="0" y="1306788"/>
                  <a:pt x="0" y="1085847"/>
                </a:cubicBezTo>
                <a:cubicBezTo>
                  <a:pt x="0" y="931293"/>
                  <a:pt x="87643" y="797209"/>
                  <a:pt x="215942" y="730585"/>
                </a:cubicBezTo>
                <a:cubicBezTo>
                  <a:pt x="271051" y="701967"/>
                  <a:pt x="333662" y="685797"/>
                  <a:pt x="400050" y="685797"/>
                </a:cubicBezTo>
                <a:cubicBezTo>
                  <a:pt x="620991" y="685797"/>
                  <a:pt x="800100" y="864905"/>
                  <a:pt x="800100" y="1085847"/>
                </a:cubicBezTo>
                <a:close/>
                <a:moveTo>
                  <a:pt x="1485900" y="1484861"/>
                </a:moveTo>
                <a:lnTo>
                  <a:pt x="1485900" y="457200"/>
                </a:lnTo>
                <a:cubicBezTo>
                  <a:pt x="1485900" y="204695"/>
                  <a:pt x="1281203" y="0"/>
                  <a:pt x="1028700" y="0"/>
                </a:cubicBezTo>
                <a:lnTo>
                  <a:pt x="1038" y="0"/>
                </a:lnTo>
                <a:cubicBezTo>
                  <a:pt x="10732" y="266272"/>
                  <a:pt x="87896" y="515330"/>
                  <a:pt x="215942" y="730585"/>
                </a:cubicBezTo>
                <a:cubicBezTo>
                  <a:pt x="271051" y="701967"/>
                  <a:pt x="333662" y="685797"/>
                  <a:pt x="400050" y="685797"/>
                </a:cubicBezTo>
                <a:cubicBezTo>
                  <a:pt x="620991" y="685797"/>
                  <a:pt x="800100" y="864905"/>
                  <a:pt x="800100" y="1085847"/>
                </a:cubicBezTo>
                <a:cubicBezTo>
                  <a:pt x="800100" y="1152235"/>
                  <a:pt x="783928" y="1214846"/>
                  <a:pt x="755310" y="1269955"/>
                </a:cubicBezTo>
                <a:cubicBezTo>
                  <a:pt x="970567" y="1398003"/>
                  <a:pt x="1219625" y="1475166"/>
                  <a:pt x="1485900" y="1484861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20095" y="3788569"/>
            <a:ext cx="1485900" cy="1485900"/>
          </a:xfrm>
          <a:custGeom>
            <a:avLst/>
            <a:gdLst/>
            <a:ahLst/>
            <a:cxnLst/>
            <a:rect l="0" t="0" r="0" b="0"/>
            <a:pathLst>
              <a:path w="1485900" h="1485900">
                <a:moveTo>
                  <a:pt x="1485900" y="1085850"/>
                </a:moveTo>
                <a:cubicBezTo>
                  <a:pt x="1485900" y="1306791"/>
                  <a:pt x="1306791" y="1485900"/>
                  <a:pt x="1085850" y="1485900"/>
                </a:cubicBezTo>
                <a:cubicBezTo>
                  <a:pt x="931297" y="1485900"/>
                  <a:pt x="797213" y="1398250"/>
                  <a:pt x="730586" y="1269958"/>
                </a:cubicBezTo>
                <a:cubicBezTo>
                  <a:pt x="701973" y="1214847"/>
                  <a:pt x="685800" y="1152239"/>
                  <a:pt x="685800" y="1085850"/>
                </a:cubicBezTo>
                <a:cubicBezTo>
                  <a:pt x="685800" y="864908"/>
                  <a:pt x="864908" y="685800"/>
                  <a:pt x="1085850" y="685800"/>
                </a:cubicBezTo>
                <a:cubicBezTo>
                  <a:pt x="1152239" y="685800"/>
                  <a:pt x="1214847" y="701963"/>
                  <a:pt x="1269958" y="730586"/>
                </a:cubicBezTo>
                <a:cubicBezTo>
                  <a:pt x="1398260" y="797213"/>
                  <a:pt x="1485900" y="931287"/>
                  <a:pt x="1485900" y="1085850"/>
                </a:cubicBezTo>
                <a:moveTo>
                  <a:pt x="1484861" y="0"/>
                </a:moveTo>
                <a:lnTo>
                  <a:pt x="457200" y="0"/>
                </a:lnTo>
                <a:cubicBezTo>
                  <a:pt x="204692" y="0"/>
                  <a:pt x="0" y="204692"/>
                  <a:pt x="0" y="457200"/>
                </a:cubicBezTo>
                <a:lnTo>
                  <a:pt x="0" y="1484861"/>
                </a:lnTo>
                <a:cubicBezTo>
                  <a:pt x="266271" y="1475165"/>
                  <a:pt x="515331" y="1398003"/>
                  <a:pt x="730586" y="1269958"/>
                </a:cubicBezTo>
                <a:cubicBezTo>
                  <a:pt x="701973" y="1214847"/>
                  <a:pt x="685800" y="1152239"/>
                  <a:pt x="685800" y="1085850"/>
                </a:cubicBezTo>
                <a:cubicBezTo>
                  <a:pt x="685800" y="864908"/>
                  <a:pt x="864908" y="685800"/>
                  <a:pt x="1085850" y="685800"/>
                </a:cubicBezTo>
                <a:cubicBezTo>
                  <a:pt x="1152239" y="685800"/>
                  <a:pt x="1214847" y="701963"/>
                  <a:pt x="1269958" y="730586"/>
                </a:cubicBezTo>
                <a:cubicBezTo>
                  <a:pt x="1398003" y="515331"/>
                  <a:pt x="1475165" y="266271"/>
                  <a:pt x="1484861" y="0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20095" y="3788570"/>
            <a:ext cx="1485900" cy="1485897"/>
          </a:xfrm>
          <a:custGeom>
            <a:avLst/>
            <a:gdLst/>
            <a:ahLst/>
            <a:cxnLst/>
            <a:rect l="0" t="0" r="0" b="0"/>
            <a:pathLst>
              <a:path w="1485900" h="1485897">
                <a:moveTo>
                  <a:pt x="1485900" y="1085847"/>
                </a:moveTo>
                <a:cubicBezTo>
                  <a:pt x="1485900" y="1306789"/>
                  <a:pt x="1306791" y="1485897"/>
                  <a:pt x="1085850" y="1485897"/>
                </a:cubicBezTo>
                <a:cubicBezTo>
                  <a:pt x="931296" y="1485897"/>
                  <a:pt x="797212" y="1398253"/>
                  <a:pt x="730589" y="1269955"/>
                </a:cubicBezTo>
                <a:cubicBezTo>
                  <a:pt x="701971" y="1214846"/>
                  <a:pt x="685800" y="1152235"/>
                  <a:pt x="685800" y="1085847"/>
                </a:cubicBezTo>
                <a:cubicBezTo>
                  <a:pt x="685800" y="864905"/>
                  <a:pt x="864909" y="685797"/>
                  <a:pt x="1085850" y="685797"/>
                </a:cubicBezTo>
                <a:cubicBezTo>
                  <a:pt x="1152238" y="685797"/>
                  <a:pt x="1214848" y="701967"/>
                  <a:pt x="1269957" y="730585"/>
                </a:cubicBezTo>
                <a:cubicBezTo>
                  <a:pt x="1398256" y="797209"/>
                  <a:pt x="1485900" y="931292"/>
                  <a:pt x="1485900" y="1085847"/>
                </a:cubicBezTo>
                <a:close/>
                <a:moveTo>
                  <a:pt x="1484860" y="0"/>
                </a:moveTo>
                <a:lnTo>
                  <a:pt x="457200" y="0"/>
                </a:lnTo>
                <a:cubicBezTo>
                  <a:pt x="204695" y="0"/>
                  <a:pt x="0" y="204695"/>
                  <a:pt x="0" y="457200"/>
                </a:cubicBezTo>
                <a:lnTo>
                  <a:pt x="0" y="1484861"/>
                </a:lnTo>
                <a:cubicBezTo>
                  <a:pt x="266274" y="1475167"/>
                  <a:pt x="515332" y="1398002"/>
                  <a:pt x="730589" y="1269955"/>
                </a:cubicBezTo>
                <a:cubicBezTo>
                  <a:pt x="701971" y="1214846"/>
                  <a:pt x="685800" y="1152235"/>
                  <a:pt x="685800" y="1085847"/>
                </a:cubicBezTo>
                <a:cubicBezTo>
                  <a:pt x="685800" y="864905"/>
                  <a:pt x="864909" y="685797"/>
                  <a:pt x="1085850" y="685797"/>
                </a:cubicBezTo>
                <a:cubicBezTo>
                  <a:pt x="1152238" y="685797"/>
                  <a:pt x="1214848" y="701967"/>
                  <a:pt x="1269957" y="730585"/>
                </a:cubicBezTo>
                <a:cubicBezTo>
                  <a:pt x="1398003" y="515330"/>
                  <a:pt x="1475166" y="266272"/>
                  <a:pt x="1484860" y="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20095" y="2188369"/>
            <a:ext cx="1485900" cy="1485900"/>
          </a:xfrm>
          <a:custGeom>
            <a:avLst/>
            <a:gdLst/>
            <a:ahLst/>
            <a:cxnLst/>
            <a:rect l="0" t="0" r="0" b="0"/>
            <a:pathLst>
              <a:path w="1485900" h="1485900">
                <a:moveTo>
                  <a:pt x="1485900" y="400050"/>
                </a:moveTo>
                <a:cubicBezTo>
                  <a:pt x="1485900" y="554602"/>
                  <a:pt x="1398250" y="688686"/>
                  <a:pt x="1269958" y="755313"/>
                </a:cubicBezTo>
                <a:cubicBezTo>
                  <a:pt x="1214847" y="783926"/>
                  <a:pt x="1152239" y="800100"/>
                  <a:pt x="1085850" y="800100"/>
                </a:cubicBezTo>
                <a:cubicBezTo>
                  <a:pt x="864908" y="800100"/>
                  <a:pt x="685800" y="620991"/>
                  <a:pt x="685800" y="400050"/>
                </a:cubicBezTo>
                <a:cubicBezTo>
                  <a:pt x="685800" y="333660"/>
                  <a:pt x="701973" y="271052"/>
                  <a:pt x="730586" y="215950"/>
                </a:cubicBezTo>
                <a:cubicBezTo>
                  <a:pt x="797213" y="87649"/>
                  <a:pt x="931297" y="0"/>
                  <a:pt x="1085850" y="0"/>
                </a:cubicBezTo>
                <a:cubicBezTo>
                  <a:pt x="1306791" y="0"/>
                  <a:pt x="1485900" y="179108"/>
                  <a:pt x="1485900" y="400050"/>
                </a:cubicBezTo>
                <a:moveTo>
                  <a:pt x="0" y="1038"/>
                </a:moveTo>
                <a:lnTo>
                  <a:pt x="0" y="1028700"/>
                </a:lnTo>
                <a:cubicBezTo>
                  <a:pt x="0" y="1281207"/>
                  <a:pt x="204692" y="1485900"/>
                  <a:pt x="457200" y="1485900"/>
                </a:cubicBezTo>
                <a:lnTo>
                  <a:pt x="1484861" y="1485900"/>
                </a:lnTo>
                <a:cubicBezTo>
                  <a:pt x="1475165" y="1219628"/>
                  <a:pt x="1398003" y="970568"/>
                  <a:pt x="1269958" y="755313"/>
                </a:cubicBezTo>
                <a:cubicBezTo>
                  <a:pt x="1214847" y="783926"/>
                  <a:pt x="1152239" y="800100"/>
                  <a:pt x="1085850" y="800100"/>
                </a:cubicBezTo>
                <a:cubicBezTo>
                  <a:pt x="864908" y="800100"/>
                  <a:pt x="685800" y="620991"/>
                  <a:pt x="685800" y="400050"/>
                </a:cubicBezTo>
                <a:cubicBezTo>
                  <a:pt x="685800" y="333660"/>
                  <a:pt x="701973" y="271052"/>
                  <a:pt x="730586" y="215950"/>
                </a:cubicBezTo>
                <a:cubicBezTo>
                  <a:pt x="515331" y="87896"/>
                  <a:pt x="266271" y="10734"/>
                  <a:pt x="0" y="1038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20095" y="2188369"/>
            <a:ext cx="1485900" cy="1485902"/>
          </a:xfrm>
          <a:custGeom>
            <a:avLst/>
            <a:gdLst/>
            <a:ahLst/>
            <a:cxnLst/>
            <a:rect l="0" t="0" r="0" b="0"/>
            <a:pathLst>
              <a:path w="1485900" h="1485902">
                <a:moveTo>
                  <a:pt x="1485900" y="400050"/>
                </a:moveTo>
                <a:cubicBezTo>
                  <a:pt x="1485900" y="554605"/>
                  <a:pt x="1398254" y="688689"/>
                  <a:pt x="1269954" y="755313"/>
                </a:cubicBezTo>
                <a:cubicBezTo>
                  <a:pt x="1214846" y="783929"/>
                  <a:pt x="1152236" y="800100"/>
                  <a:pt x="1085850" y="800100"/>
                </a:cubicBezTo>
                <a:cubicBezTo>
                  <a:pt x="864909" y="800100"/>
                  <a:pt x="685800" y="620991"/>
                  <a:pt x="685800" y="400050"/>
                </a:cubicBezTo>
                <a:cubicBezTo>
                  <a:pt x="685800" y="333663"/>
                  <a:pt x="701970" y="271054"/>
                  <a:pt x="730587" y="215946"/>
                </a:cubicBezTo>
                <a:cubicBezTo>
                  <a:pt x="797210" y="87646"/>
                  <a:pt x="931294" y="0"/>
                  <a:pt x="1085850" y="0"/>
                </a:cubicBezTo>
                <a:cubicBezTo>
                  <a:pt x="1306791" y="0"/>
                  <a:pt x="1485900" y="179108"/>
                  <a:pt x="1485900" y="400050"/>
                </a:cubicBezTo>
                <a:close/>
                <a:moveTo>
                  <a:pt x="0" y="1042"/>
                </a:moveTo>
                <a:lnTo>
                  <a:pt x="0" y="1028702"/>
                </a:lnTo>
                <a:cubicBezTo>
                  <a:pt x="0" y="1281207"/>
                  <a:pt x="204695" y="1485902"/>
                  <a:pt x="457200" y="1485902"/>
                </a:cubicBezTo>
                <a:lnTo>
                  <a:pt x="1484860" y="1485902"/>
                </a:lnTo>
                <a:cubicBezTo>
                  <a:pt x="1475166" y="1219628"/>
                  <a:pt x="1398002" y="970569"/>
                  <a:pt x="1269954" y="755313"/>
                </a:cubicBezTo>
                <a:cubicBezTo>
                  <a:pt x="1214846" y="783929"/>
                  <a:pt x="1152236" y="800100"/>
                  <a:pt x="1085850" y="800100"/>
                </a:cubicBezTo>
                <a:cubicBezTo>
                  <a:pt x="864909" y="800100"/>
                  <a:pt x="685800" y="620991"/>
                  <a:pt x="685800" y="400050"/>
                </a:cubicBezTo>
                <a:cubicBezTo>
                  <a:pt x="685800" y="333663"/>
                  <a:pt x="701970" y="271054"/>
                  <a:pt x="730587" y="215946"/>
                </a:cubicBezTo>
                <a:cubicBezTo>
                  <a:pt x="515331" y="87900"/>
                  <a:pt x="266273" y="10736"/>
                  <a:pt x="0" y="1042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3076" y="1583532"/>
            <a:ext cx="159979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484848"/>
                </a:solidFill>
                <a:latin typeface="Roboto"/>
              </a:rPr>
              <a:t>Git 학습 및 미래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1984" y="2378869"/>
            <a:ext cx="142026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3CC583"/>
                </a:solidFill>
                <a:latin typeface="Roboto"/>
              </a:rPr>
              <a:t>강력한 버전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0870" y="2378869"/>
            <a:ext cx="438150" cy="419100"/>
          </a:xfrm>
          <a:custGeom>
            <a:avLst/>
            <a:gdLst/>
            <a:ahLst/>
            <a:cxnLst/>
            <a:rect l="0" t="0" r="0" b="0"/>
            <a:pathLst>
              <a:path w="438150" h="419100">
                <a:moveTo>
                  <a:pt x="373875" y="174097"/>
                </a:moveTo>
                <a:lnTo>
                  <a:pt x="438150" y="238125"/>
                </a:lnTo>
                <a:moveTo>
                  <a:pt x="190500" y="104775"/>
                </a:moveTo>
                <a:cubicBezTo>
                  <a:pt x="190500" y="162640"/>
                  <a:pt x="237409" y="209550"/>
                  <a:pt x="295275" y="209550"/>
                </a:cubicBezTo>
                <a:cubicBezTo>
                  <a:pt x="353140" y="209550"/>
                  <a:pt x="400050" y="162640"/>
                  <a:pt x="400050" y="104775"/>
                </a:cubicBezTo>
                <a:cubicBezTo>
                  <a:pt x="400050" y="46909"/>
                  <a:pt x="353140" y="0"/>
                  <a:pt x="295275" y="0"/>
                </a:cubicBezTo>
                <a:cubicBezTo>
                  <a:pt x="237409" y="0"/>
                  <a:pt x="190500" y="46909"/>
                  <a:pt x="190500" y="104775"/>
                </a:cubicBezTo>
                <a:close/>
                <a:moveTo>
                  <a:pt x="0" y="190480"/>
                </a:moveTo>
                <a:lnTo>
                  <a:pt x="180975" y="190480"/>
                </a:lnTo>
                <a:moveTo>
                  <a:pt x="381000" y="228600"/>
                </a:moveTo>
                <a:lnTo>
                  <a:pt x="381000" y="381000"/>
                </a:lnTo>
                <a:cubicBezTo>
                  <a:pt x="381000" y="402042"/>
                  <a:pt x="363942" y="419100"/>
                  <a:pt x="342900" y="419100"/>
                </a:cubicBezTo>
                <a:lnTo>
                  <a:pt x="38100" y="419100"/>
                </a:lnTo>
                <a:cubicBezTo>
                  <a:pt x="17057" y="419100"/>
                  <a:pt x="0" y="402042"/>
                  <a:pt x="0" y="381000"/>
                </a:cubicBezTo>
                <a:lnTo>
                  <a:pt x="0" y="152400"/>
                </a:lnTo>
                <a:cubicBezTo>
                  <a:pt x="0" y="131357"/>
                  <a:pt x="17057" y="114300"/>
                  <a:pt x="38100" y="114300"/>
                </a:cubicBezTo>
                <a:lnTo>
                  <a:pt x="152400" y="114300"/>
                </a:lnTo>
                <a:moveTo>
                  <a:pt x="247650" y="342900"/>
                </a:moveTo>
                <a:lnTo>
                  <a:pt x="285750" y="304800"/>
                </a:lnTo>
                <a:lnTo>
                  <a:pt x="247650" y="266700"/>
                </a:lnTo>
                <a:moveTo>
                  <a:pt x="133350" y="266700"/>
                </a:moveTo>
                <a:lnTo>
                  <a:pt x="95250" y="304800"/>
                </a:lnTo>
                <a:lnTo>
                  <a:pt x="133350" y="342900"/>
                </a:lnTo>
                <a:moveTo>
                  <a:pt x="171450" y="342900"/>
                </a:moveTo>
                <a:lnTo>
                  <a:pt x="209550" y="2667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96396" y="2374677"/>
            <a:ext cx="428625" cy="432816"/>
          </a:xfrm>
          <a:custGeom>
            <a:avLst/>
            <a:gdLst/>
            <a:ahLst/>
            <a:cxnLst/>
            <a:rect l="0" t="0" r="0" b="0"/>
            <a:pathLst>
              <a:path w="428625" h="432816">
                <a:moveTo>
                  <a:pt x="428625" y="171450"/>
                </a:moveTo>
                <a:cubicBezTo>
                  <a:pt x="428625" y="181971"/>
                  <a:pt x="420096" y="190500"/>
                  <a:pt x="409575" y="190500"/>
                </a:cubicBezTo>
                <a:lnTo>
                  <a:pt x="304800" y="190500"/>
                </a:lnTo>
                <a:lnTo>
                  <a:pt x="238125" y="247649"/>
                </a:lnTo>
                <a:lnTo>
                  <a:pt x="238125" y="190500"/>
                </a:lnTo>
                <a:lnTo>
                  <a:pt x="219075" y="190500"/>
                </a:lnTo>
                <a:cubicBezTo>
                  <a:pt x="208553" y="190500"/>
                  <a:pt x="200025" y="181971"/>
                  <a:pt x="200025" y="171450"/>
                </a:cubicBezTo>
                <a:lnTo>
                  <a:pt x="200025" y="19050"/>
                </a:lnTo>
                <a:cubicBezTo>
                  <a:pt x="200025" y="8528"/>
                  <a:pt x="208553" y="0"/>
                  <a:pt x="219075" y="0"/>
                </a:cubicBezTo>
                <a:lnTo>
                  <a:pt x="409575" y="0"/>
                </a:lnTo>
                <a:cubicBezTo>
                  <a:pt x="420096" y="0"/>
                  <a:pt x="428625" y="8528"/>
                  <a:pt x="428625" y="19050"/>
                </a:cubicBezTo>
                <a:close/>
                <a:moveTo>
                  <a:pt x="209550" y="432816"/>
                </a:moveTo>
                <a:cubicBezTo>
                  <a:pt x="209550" y="432816"/>
                  <a:pt x="171068" y="415804"/>
                  <a:pt x="144170" y="405860"/>
                </a:cubicBezTo>
                <a:cubicBezTo>
                  <a:pt x="126530" y="399288"/>
                  <a:pt x="129044" y="369531"/>
                  <a:pt x="139255" y="358349"/>
                </a:cubicBezTo>
                <a:cubicBezTo>
                  <a:pt x="157159" y="340802"/>
                  <a:pt x="166002" y="315999"/>
                  <a:pt x="163239" y="291084"/>
                </a:cubicBezTo>
                <a:cubicBezTo>
                  <a:pt x="164772" y="274794"/>
                  <a:pt x="159250" y="258629"/>
                  <a:pt x="148072" y="246681"/>
                </a:cubicBezTo>
                <a:cubicBezTo>
                  <a:pt x="136893" y="234734"/>
                  <a:pt x="121130" y="228151"/>
                  <a:pt x="104775" y="228600"/>
                </a:cubicBezTo>
                <a:cubicBezTo>
                  <a:pt x="88419" y="228151"/>
                  <a:pt x="72656" y="234734"/>
                  <a:pt x="61477" y="246681"/>
                </a:cubicBezTo>
                <a:cubicBezTo>
                  <a:pt x="50299" y="258629"/>
                  <a:pt x="44777" y="274794"/>
                  <a:pt x="46310" y="291084"/>
                </a:cubicBezTo>
                <a:cubicBezTo>
                  <a:pt x="43547" y="315999"/>
                  <a:pt x="52390" y="340802"/>
                  <a:pt x="70294" y="358349"/>
                </a:cubicBezTo>
                <a:cubicBezTo>
                  <a:pt x="80505" y="369531"/>
                  <a:pt x="83019" y="399288"/>
                  <a:pt x="65379" y="405860"/>
                </a:cubicBezTo>
                <a:cubicBezTo>
                  <a:pt x="38481" y="415804"/>
                  <a:pt x="0" y="432816"/>
                  <a:pt x="0" y="432816"/>
                </a:cubicBezTo>
                <a:moveTo>
                  <a:pt x="257175" y="123825"/>
                </a:moveTo>
                <a:lnTo>
                  <a:pt x="295275" y="85725"/>
                </a:lnTo>
                <a:lnTo>
                  <a:pt x="257175" y="47625"/>
                </a:lnTo>
                <a:moveTo>
                  <a:pt x="314325" y="114300"/>
                </a:moveTo>
                <a:lnTo>
                  <a:pt x="390525" y="1143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3645" y="2378869"/>
            <a:ext cx="1139736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55753"/>
                </a:solidFill>
                <a:latin typeface="Roboto"/>
              </a:rPr>
              <a:t>CLI 학습 곡선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326" y="2717007"/>
            <a:ext cx="916919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484848"/>
                </a:solidFill>
                <a:latin typeface="Roboto"/>
              </a:rPr>
              <a:t>코드 변경 추적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3645" y="2717007"/>
            <a:ext cx="1340110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484848"/>
                </a:solidFill>
                <a:latin typeface="Roboto"/>
              </a:rPr>
              <a:t>터미널 명령어 낯설음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3727" y="3074194"/>
            <a:ext cx="16966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Roboto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518" y="3074194"/>
            <a:ext cx="25360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Roboto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0298" y="4102894"/>
            <a:ext cx="19660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Roboto"/>
              </a:rP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2046" y="4102894"/>
            <a:ext cx="170554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Roboto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8420" y="4636294"/>
            <a:ext cx="99386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4E88E7"/>
                </a:solidFill>
                <a:latin typeface="Roboto"/>
              </a:rPr>
              <a:t>활발한 발전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0395" y="4655153"/>
            <a:ext cx="419122" cy="438340"/>
          </a:xfrm>
          <a:custGeom>
            <a:avLst/>
            <a:gdLst/>
            <a:ahLst/>
            <a:cxnLst/>
            <a:rect l="0" t="0" r="0" b="0"/>
            <a:pathLst>
              <a:path w="419122" h="438340">
                <a:moveTo>
                  <a:pt x="76200" y="68961"/>
                </a:moveTo>
                <a:lnTo>
                  <a:pt x="0" y="380"/>
                </a:lnTo>
                <a:lnTo>
                  <a:pt x="0" y="438340"/>
                </a:lnTo>
                <a:lnTo>
                  <a:pt x="76200" y="438340"/>
                </a:lnTo>
                <a:close/>
                <a:moveTo>
                  <a:pt x="76200" y="152780"/>
                </a:moveTo>
                <a:lnTo>
                  <a:pt x="152400" y="152780"/>
                </a:lnTo>
                <a:moveTo>
                  <a:pt x="285750" y="342900"/>
                </a:moveTo>
                <a:cubicBezTo>
                  <a:pt x="285750" y="342900"/>
                  <a:pt x="266700" y="114300"/>
                  <a:pt x="266700" y="95250"/>
                </a:cubicBezTo>
                <a:cubicBezTo>
                  <a:pt x="266700" y="66865"/>
                  <a:pt x="314325" y="0"/>
                  <a:pt x="314325" y="0"/>
                </a:cubicBezTo>
                <a:cubicBezTo>
                  <a:pt x="314325" y="0"/>
                  <a:pt x="361950" y="66865"/>
                  <a:pt x="361950" y="95250"/>
                </a:cubicBezTo>
                <a:cubicBezTo>
                  <a:pt x="361950" y="133350"/>
                  <a:pt x="342900" y="342900"/>
                  <a:pt x="342900" y="342900"/>
                </a:cubicBezTo>
                <a:close/>
                <a:moveTo>
                  <a:pt x="352234" y="235648"/>
                </a:moveTo>
                <a:lnTo>
                  <a:pt x="361950" y="247840"/>
                </a:lnTo>
                <a:cubicBezTo>
                  <a:pt x="379229" y="269027"/>
                  <a:pt x="395137" y="291298"/>
                  <a:pt x="409574" y="314515"/>
                </a:cubicBezTo>
                <a:cubicBezTo>
                  <a:pt x="415719" y="329649"/>
                  <a:pt x="418951" y="345807"/>
                  <a:pt x="419100" y="362140"/>
                </a:cubicBezTo>
                <a:lnTo>
                  <a:pt x="419100" y="396811"/>
                </a:lnTo>
                <a:cubicBezTo>
                  <a:pt x="419122" y="400656"/>
                  <a:pt x="416830" y="404138"/>
                  <a:pt x="413289" y="405638"/>
                </a:cubicBezTo>
                <a:cubicBezTo>
                  <a:pt x="409748" y="407137"/>
                  <a:pt x="405653" y="406361"/>
                  <a:pt x="402907" y="403669"/>
                </a:cubicBezTo>
                <a:lnTo>
                  <a:pt x="342900" y="342900"/>
                </a:lnTo>
                <a:moveTo>
                  <a:pt x="276987" y="235267"/>
                </a:moveTo>
                <a:lnTo>
                  <a:pt x="266700" y="247840"/>
                </a:lnTo>
                <a:cubicBezTo>
                  <a:pt x="249109" y="268967"/>
                  <a:pt x="232944" y="291241"/>
                  <a:pt x="218312" y="314515"/>
                </a:cubicBezTo>
                <a:cubicBezTo>
                  <a:pt x="212406" y="329693"/>
                  <a:pt x="209433" y="345854"/>
                  <a:pt x="209550" y="362140"/>
                </a:cubicBezTo>
                <a:lnTo>
                  <a:pt x="209550" y="396620"/>
                </a:lnTo>
                <a:cubicBezTo>
                  <a:pt x="209569" y="400466"/>
                  <a:pt x="211898" y="403922"/>
                  <a:pt x="215455" y="405384"/>
                </a:cubicBezTo>
                <a:cubicBezTo>
                  <a:pt x="218989" y="406862"/>
                  <a:pt x="223068" y="406031"/>
                  <a:pt x="225742" y="403288"/>
                </a:cubicBezTo>
                <a:lnTo>
                  <a:pt x="285750" y="342900"/>
                </a:lnTo>
                <a:moveTo>
                  <a:pt x="333375" y="390715"/>
                </a:moveTo>
                <a:cubicBezTo>
                  <a:pt x="328925" y="407286"/>
                  <a:pt x="322530" y="423272"/>
                  <a:pt x="314325" y="438340"/>
                </a:cubicBezTo>
                <a:cubicBezTo>
                  <a:pt x="306119" y="423272"/>
                  <a:pt x="299724" y="407286"/>
                  <a:pt x="295275" y="390715"/>
                </a:cubicBezTo>
                <a:cubicBezTo>
                  <a:pt x="295275" y="380194"/>
                  <a:pt x="303803" y="371665"/>
                  <a:pt x="314325" y="371665"/>
                </a:cubicBezTo>
                <a:cubicBezTo>
                  <a:pt x="324846" y="371665"/>
                  <a:pt x="333375" y="380194"/>
                  <a:pt x="333375" y="390715"/>
                </a:cubicBezTo>
                <a:close/>
                <a:moveTo>
                  <a:pt x="76200" y="392811"/>
                </a:moveTo>
                <a:lnTo>
                  <a:pt x="0" y="316611"/>
                </a:lnTo>
                <a:lnTo>
                  <a:pt x="76200" y="245173"/>
                </a:lnTo>
                <a:lnTo>
                  <a:pt x="0" y="173735"/>
                </a:lnTo>
                <a:lnTo>
                  <a:pt x="76200" y="97536"/>
                </a:lnTo>
                <a:moveTo>
                  <a:pt x="200025" y="202311"/>
                </a:moveTo>
                <a:cubicBezTo>
                  <a:pt x="173722" y="202311"/>
                  <a:pt x="152400" y="180988"/>
                  <a:pt x="152400" y="154685"/>
                </a:cubicBezTo>
                <a:cubicBezTo>
                  <a:pt x="152400" y="128383"/>
                  <a:pt x="173722" y="107061"/>
                  <a:pt x="200025" y="107061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02116" y="4697325"/>
            <a:ext cx="407509" cy="353584"/>
          </a:xfrm>
          <a:custGeom>
            <a:avLst/>
            <a:gdLst/>
            <a:ahLst/>
            <a:cxnLst/>
            <a:rect l="0" t="0" r="0" b="0"/>
            <a:pathLst>
              <a:path w="407509" h="353584">
                <a:moveTo>
                  <a:pt x="253400" y="184355"/>
                </a:moveTo>
                <a:cubicBezTo>
                  <a:pt x="253075" y="181246"/>
                  <a:pt x="252588" y="178137"/>
                  <a:pt x="251938" y="175028"/>
                </a:cubicBezTo>
                <a:cubicBezTo>
                  <a:pt x="250965" y="169122"/>
                  <a:pt x="249179" y="163992"/>
                  <a:pt x="246582" y="159640"/>
                </a:cubicBezTo>
                <a:cubicBezTo>
                  <a:pt x="243984" y="154976"/>
                  <a:pt x="240250" y="151401"/>
                  <a:pt x="235380" y="148914"/>
                </a:cubicBezTo>
                <a:cubicBezTo>
                  <a:pt x="230835" y="146427"/>
                  <a:pt x="225477" y="144718"/>
                  <a:pt x="219309" y="143784"/>
                </a:cubicBezTo>
                <a:cubicBezTo>
                  <a:pt x="212814" y="142852"/>
                  <a:pt x="206321" y="142852"/>
                  <a:pt x="199828" y="143784"/>
                </a:cubicBezTo>
                <a:cubicBezTo>
                  <a:pt x="193659" y="144718"/>
                  <a:pt x="188302" y="146427"/>
                  <a:pt x="183757" y="148914"/>
                </a:cubicBezTo>
                <a:cubicBezTo>
                  <a:pt x="179210" y="151401"/>
                  <a:pt x="175476" y="154976"/>
                  <a:pt x="172555" y="159640"/>
                </a:cubicBezTo>
                <a:cubicBezTo>
                  <a:pt x="169958" y="163992"/>
                  <a:pt x="168172" y="169122"/>
                  <a:pt x="167197" y="175028"/>
                </a:cubicBezTo>
                <a:cubicBezTo>
                  <a:pt x="166548" y="178137"/>
                  <a:pt x="166061" y="181246"/>
                  <a:pt x="165736" y="184355"/>
                </a:cubicBezTo>
                <a:moveTo>
                  <a:pt x="186961" y="237499"/>
                </a:moveTo>
                <a:cubicBezTo>
                  <a:pt x="183517" y="245481"/>
                  <a:pt x="180074" y="253376"/>
                  <a:pt x="176631" y="261184"/>
                </a:cubicBezTo>
                <a:cubicBezTo>
                  <a:pt x="169563" y="276974"/>
                  <a:pt x="166030" y="285043"/>
                  <a:pt x="166030" y="285391"/>
                </a:cubicBezTo>
                <a:cubicBezTo>
                  <a:pt x="165849" y="285737"/>
                  <a:pt x="165758" y="286084"/>
                  <a:pt x="165758" y="286432"/>
                </a:cubicBezTo>
                <a:lnTo>
                  <a:pt x="165758" y="287473"/>
                </a:lnTo>
                <a:lnTo>
                  <a:pt x="166845" y="289555"/>
                </a:lnTo>
                <a:cubicBezTo>
                  <a:pt x="167208" y="289728"/>
                  <a:pt x="167479" y="289988"/>
                  <a:pt x="167661" y="290336"/>
                </a:cubicBezTo>
                <a:lnTo>
                  <a:pt x="168748" y="290856"/>
                </a:lnTo>
                <a:lnTo>
                  <a:pt x="169836" y="290856"/>
                </a:lnTo>
                <a:lnTo>
                  <a:pt x="170379" y="291117"/>
                </a:lnTo>
                <a:lnTo>
                  <a:pt x="210067" y="291117"/>
                </a:lnTo>
                <a:lnTo>
                  <a:pt x="200552" y="322350"/>
                </a:lnTo>
                <a:lnTo>
                  <a:pt x="191310" y="353584"/>
                </a:lnTo>
                <a:lnTo>
                  <a:pt x="231269" y="317145"/>
                </a:lnTo>
                <a:cubicBezTo>
                  <a:pt x="258090" y="293025"/>
                  <a:pt x="271590" y="280792"/>
                  <a:pt x="271771" y="280445"/>
                </a:cubicBezTo>
                <a:cubicBezTo>
                  <a:pt x="272134" y="279924"/>
                  <a:pt x="272406" y="279491"/>
                  <a:pt x="272588" y="279143"/>
                </a:cubicBezTo>
                <a:cubicBezTo>
                  <a:pt x="272769" y="278796"/>
                  <a:pt x="272859" y="278450"/>
                  <a:pt x="272859" y="278102"/>
                </a:cubicBezTo>
                <a:cubicBezTo>
                  <a:pt x="272859" y="277582"/>
                  <a:pt x="272769" y="277148"/>
                  <a:pt x="272588" y="276801"/>
                </a:cubicBezTo>
                <a:cubicBezTo>
                  <a:pt x="272588" y="276281"/>
                  <a:pt x="272406" y="275846"/>
                  <a:pt x="272044" y="275500"/>
                </a:cubicBezTo>
                <a:cubicBezTo>
                  <a:pt x="271863" y="274979"/>
                  <a:pt x="271590" y="274632"/>
                  <a:pt x="271228" y="274459"/>
                </a:cubicBezTo>
                <a:cubicBezTo>
                  <a:pt x="271047" y="274111"/>
                  <a:pt x="270775" y="273851"/>
                  <a:pt x="270412" y="273678"/>
                </a:cubicBezTo>
                <a:cubicBezTo>
                  <a:pt x="269869" y="273504"/>
                  <a:pt x="269416" y="273418"/>
                  <a:pt x="269054" y="273418"/>
                </a:cubicBezTo>
                <a:lnTo>
                  <a:pt x="268238" y="273157"/>
                </a:lnTo>
                <a:lnTo>
                  <a:pt x="233172" y="273157"/>
                </a:lnTo>
                <a:lnTo>
                  <a:pt x="242686" y="255458"/>
                </a:lnTo>
                <a:lnTo>
                  <a:pt x="251928" y="237499"/>
                </a:lnTo>
                <a:moveTo>
                  <a:pt x="140813" y="85832"/>
                </a:moveTo>
                <a:cubicBezTo>
                  <a:pt x="149956" y="85832"/>
                  <a:pt x="166872" y="96296"/>
                  <a:pt x="172815" y="112755"/>
                </a:cubicBezTo>
                <a:cubicBezTo>
                  <a:pt x="161478" y="109097"/>
                  <a:pt x="144637" y="109784"/>
                  <a:pt x="134463" y="117784"/>
                </a:cubicBezTo>
                <a:moveTo>
                  <a:pt x="284362" y="117784"/>
                </a:moveTo>
                <a:cubicBezTo>
                  <a:pt x="274188" y="109784"/>
                  <a:pt x="257349" y="109097"/>
                  <a:pt x="246010" y="112755"/>
                </a:cubicBezTo>
                <a:cubicBezTo>
                  <a:pt x="251954" y="96296"/>
                  <a:pt x="268869" y="85832"/>
                  <a:pt x="278012" y="85832"/>
                </a:cubicBezTo>
                <a:moveTo>
                  <a:pt x="252669" y="184056"/>
                </a:moveTo>
                <a:cubicBezTo>
                  <a:pt x="252669" y="184056"/>
                  <a:pt x="231686" y="175114"/>
                  <a:pt x="208673" y="175114"/>
                </a:cubicBezTo>
                <a:cubicBezTo>
                  <a:pt x="185659" y="175114"/>
                  <a:pt x="165043" y="184639"/>
                  <a:pt x="165043" y="184639"/>
                </a:cubicBezTo>
                <a:moveTo>
                  <a:pt x="195609" y="144572"/>
                </a:moveTo>
                <a:lnTo>
                  <a:pt x="195609" y="176061"/>
                </a:lnTo>
                <a:moveTo>
                  <a:pt x="223351" y="144533"/>
                </a:moveTo>
                <a:lnTo>
                  <a:pt x="223351" y="176220"/>
                </a:lnTo>
                <a:moveTo>
                  <a:pt x="407509" y="152554"/>
                </a:moveTo>
                <a:cubicBezTo>
                  <a:pt x="407207" y="149664"/>
                  <a:pt x="406906" y="146775"/>
                  <a:pt x="406604" y="143886"/>
                </a:cubicBezTo>
                <a:cubicBezTo>
                  <a:pt x="406001" y="138107"/>
                  <a:pt x="404944" y="132617"/>
                  <a:pt x="403435" y="127416"/>
                </a:cubicBezTo>
                <a:cubicBezTo>
                  <a:pt x="401626" y="121927"/>
                  <a:pt x="399363" y="116871"/>
                  <a:pt x="396647" y="112248"/>
                </a:cubicBezTo>
                <a:cubicBezTo>
                  <a:pt x="393629" y="107336"/>
                  <a:pt x="390159" y="102713"/>
                  <a:pt x="386236" y="98380"/>
                </a:cubicBezTo>
                <a:cubicBezTo>
                  <a:pt x="382314" y="93757"/>
                  <a:pt x="377938" y="89712"/>
                  <a:pt x="373111" y="86245"/>
                </a:cubicBezTo>
                <a:cubicBezTo>
                  <a:pt x="368584" y="82489"/>
                  <a:pt x="363605" y="79455"/>
                  <a:pt x="358174" y="77144"/>
                </a:cubicBezTo>
                <a:cubicBezTo>
                  <a:pt x="353044" y="74543"/>
                  <a:pt x="347764" y="72520"/>
                  <a:pt x="342332" y="71076"/>
                </a:cubicBezTo>
                <a:cubicBezTo>
                  <a:pt x="336599" y="69631"/>
                  <a:pt x="330715" y="68764"/>
                  <a:pt x="324680" y="68476"/>
                </a:cubicBezTo>
                <a:cubicBezTo>
                  <a:pt x="318645" y="68186"/>
                  <a:pt x="311705" y="62119"/>
                  <a:pt x="303859" y="50273"/>
                </a:cubicBezTo>
                <a:cubicBezTo>
                  <a:pt x="295712" y="38427"/>
                  <a:pt x="286508" y="28748"/>
                  <a:pt x="276249" y="21236"/>
                </a:cubicBezTo>
                <a:cubicBezTo>
                  <a:pt x="266292" y="13435"/>
                  <a:pt x="255127" y="7945"/>
                  <a:pt x="242755" y="4767"/>
                </a:cubicBezTo>
                <a:cubicBezTo>
                  <a:pt x="230082" y="1300"/>
                  <a:pt x="216504" y="0"/>
                  <a:pt x="202020" y="866"/>
                </a:cubicBezTo>
                <a:cubicBezTo>
                  <a:pt x="187234" y="1733"/>
                  <a:pt x="172901" y="4333"/>
                  <a:pt x="159020" y="8667"/>
                </a:cubicBezTo>
                <a:cubicBezTo>
                  <a:pt x="145140" y="13290"/>
                  <a:pt x="133070" y="19358"/>
                  <a:pt x="122811" y="26870"/>
                </a:cubicBezTo>
                <a:cubicBezTo>
                  <a:pt x="112853" y="34382"/>
                  <a:pt x="104555" y="43483"/>
                  <a:pt x="97916" y="54174"/>
                </a:cubicBezTo>
                <a:cubicBezTo>
                  <a:pt x="91580" y="64864"/>
                  <a:pt x="85545" y="83933"/>
                  <a:pt x="79812" y="111381"/>
                </a:cubicBezTo>
                <a:cubicBezTo>
                  <a:pt x="69854" y="110514"/>
                  <a:pt x="62461" y="110371"/>
                  <a:pt x="57633" y="110948"/>
                </a:cubicBezTo>
                <a:cubicBezTo>
                  <a:pt x="52805" y="111526"/>
                  <a:pt x="48128" y="112537"/>
                  <a:pt x="43602" y="113981"/>
                </a:cubicBezTo>
                <a:cubicBezTo>
                  <a:pt x="39076" y="115715"/>
                  <a:pt x="34700" y="117882"/>
                  <a:pt x="30476" y="120482"/>
                </a:cubicBezTo>
                <a:cubicBezTo>
                  <a:pt x="26251" y="123083"/>
                  <a:pt x="22329" y="126116"/>
                  <a:pt x="18708" y="129583"/>
                </a:cubicBezTo>
                <a:cubicBezTo>
                  <a:pt x="15389" y="133051"/>
                  <a:pt x="12371" y="136662"/>
                  <a:pt x="9655" y="140419"/>
                </a:cubicBezTo>
                <a:cubicBezTo>
                  <a:pt x="7241" y="144463"/>
                  <a:pt x="5129" y="148653"/>
                  <a:pt x="3319" y="152987"/>
                </a:cubicBezTo>
                <a:cubicBezTo>
                  <a:pt x="1810" y="157321"/>
                  <a:pt x="905" y="161944"/>
                  <a:pt x="603" y="166856"/>
                </a:cubicBezTo>
                <a:cubicBezTo>
                  <a:pt x="0" y="171478"/>
                  <a:pt x="0" y="176968"/>
                  <a:pt x="603" y="183324"/>
                </a:cubicBezTo>
                <a:cubicBezTo>
                  <a:pt x="1508" y="189392"/>
                  <a:pt x="3017" y="195026"/>
                  <a:pt x="5129" y="200227"/>
                </a:cubicBezTo>
                <a:cubicBezTo>
                  <a:pt x="7543" y="205427"/>
                  <a:pt x="10561" y="210194"/>
                  <a:pt x="14182" y="214528"/>
                </a:cubicBezTo>
                <a:cubicBezTo>
                  <a:pt x="17803" y="218574"/>
                  <a:pt x="22178" y="222185"/>
                  <a:pt x="27308" y="225364"/>
                </a:cubicBezTo>
                <a:cubicBezTo>
                  <a:pt x="32437" y="228541"/>
                  <a:pt x="35002" y="230131"/>
                  <a:pt x="35002" y="230131"/>
                </a:cubicBezTo>
                <a:cubicBezTo>
                  <a:pt x="35002" y="230131"/>
                  <a:pt x="36058" y="230420"/>
                  <a:pt x="38171" y="230998"/>
                </a:cubicBezTo>
                <a:cubicBezTo>
                  <a:pt x="39981" y="231865"/>
                  <a:pt x="41791" y="232587"/>
                  <a:pt x="43602" y="233165"/>
                </a:cubicBezTo>
                <a:cubicBezTo>
                  <a:pt x="45714" y="233742"/>
                  <a:pt x="47826" y="234320"/>
                  <a:pt x="49939" y="234898"/>
                </a:cubicBezTo>
                <a:cubicBezTo>
                  <a:pt x="52051" y="235476"/>
                  <a:pt x="54163" y="235909"/>
                  <a:pt x="56275" y="236199"/>
                </a:cubicBezTo>
                <a:cubicBezTo>
                  <a:pt x="58388" y="236487"/>
                  <a:pt x="59444" y="236632"/>
                  <a:pt x="59444" y="236632"/>
                </a:cubicBezTo>
                <a:cubicBezTo>
                  <a:pt x="59444" y="236632"/>
                  <a:pt x="59896" y="236632"/>
                  <a:pt x="60802" y="236632"/>
                </a:cubicBezTo>
                <a:cubicBezTo>
                  <a:pt x="61707" y="236921"/>
                  <a:pt x="62612" y="237065"/>
                  <a:pt x="63517" y="237065"/>
                </a:cubicBezTo>
                <a:cubicBezTo>
                  <a:pt x="64423" y="237065"/>
                  <a:pt x="65328" y="237065"/>
                  <a:pt x="66233" y="237065"/>
                </a:cubicBezTo>
                <a:cubicBezTo>
                  <a:pt x="67440" y="237354"/>
                  <a:pt x="68496" y="237499"/>
                  <a:pt x="69401" y="237499"/>
                </a:cubicBezTo>
                <a:cubicBezTo>
                  <a:pt x="70307" y="237499"/>
                  <a:pt x="70760" y="237499"/>
                  <a:pt x="70760" y="237499"/>
                </a:cubicBezTo>
                <a:cubicBezTo>
                  <a:pt x="70760" y="237499"/>
                  <a:pt x="113608" y="237499"/>
                  <a:pt x="199303" y="237499"/>
                </a:cubicBezTo>
                <a:cubicBezTo>
                  <a:pt x="285000" y="237499"/>
                  <a:pt x="328300" y="237354"/>
                  <a:pt x="329206" y="237065"/>
                </a:cubicBezTo>
                <a:cubicBezTo>
                  <a:pt x="330111" y="237065"/>
                  <a:pt x="331167" y="236921"/>
                  <a:pt x="332374" y="236632"/>
                </a:cubicBezTo>
                <a:cubicBezTo>
                  <a:pt x="333280" y="236342"/>
                  <a:pt x="334335" y="236054"/>
                  <a:pt x="335543" y="235765"/>
                </a:cubicBezTo>
                <a:cubicBezTo>
                  <a:pt x="336448" y="235476"/>
                  <a:pt x="337504" y="235332"/>
                  <a:pt x="338711" y="235332"/>
                </a:cubicBezTo>
                <a:cubicBezTo>
                  <a:pt x="339616" y="235042"/>
                  <a:pt x="340068" y="234898"/>
                  <a:pt x="340068" y="234898"/>
                </a:cubicBezTo>
                <a:cubicBezTo>
                  <a:pt x="340068" y="234898"/>
                  <a:pt x="341276" y="234465"/>
                  <a:pt x="343690" y="233598"/>
                </a:cubicBezTo>
                <a:cubicBezTo>
                  <a:pt x="346104" y="232732"/>
                  <a:pt x="348518" y="231865"/>
                  <a:pt x="350932" y="230998"/>
                </a:cubicBezTo>
                <a:cubicBezTo>
                  <a:pt x="353345" y="230131"/>
                  <a:pt x="355609" y="229264"/>
                  <a:pt x="357721" y="228398"/>
                </a:cubicBezTo>
                <a:cubicBezTo>
                  <a:pt x="360135" y="227241"/>
                  <a:pt x="362398" y="226086"/>
                  <a:pt x="364511" y="224931"/>
                </a:cubicBezTo>
                <a:cubicBezTo>
                  <a:pt x="366622" y="223774"/>
                  <a:pt x="367679" y="223196"/>
                  <a:pt x="367679" y="223196"/>
                </a:cubicBezTo>
                <a:cubicBezTo>
                  <a:pt x="367679" y="223196"/>
                  <a:pt x="370546" y="221029"/>
                  <a:pt x="376279" y="216695"/>
                </a:cubicBezTo>
                <a:cubicBezTo>
                  <a:pt x="382012" y="212073"/>
                  <a:pt x="386991" y="207161"/>
                  <a:pt x="391215" y="201960"/>
                </a:cubicBezTo>
                <a:cubicBezTo>
                  <a:pt x="395439" y="196471"/>
                  <a:pt x="398759" y="190547"/>
                  <a:pt x="401173" y="184191"/>
                </a:cubicBezTo>
                <a:cubicBezTo>
                  <a:pt x="403587" y="177835"/>
                  <a:pt x="405246" y="171045"/>
                  <a:pt x="406152" y="163822"/>
                </a:cubicBezTo>
                <a:cubicBezTo>
                  <a:pt x="407057" y="156310"/>
                  <a:pt x="407509" y="152554"/>
                  <a:pt x="407509" y="15255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3646" y="4636294"/>
            <a:ext cx="160941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DE8431"/>
                </a:solidFill>
                <a:latin typeface="Roboto"/>
              </a:rPr>
              <a:t>실수에 대한 두려움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8958" y="4974432"/>
            <a:ext cx="1093248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484848"/>
                </a:solidFill>
                <a:latin typeface="Roboto"/>
              </a:rPr>
              <a:t>보안 및 성능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3646" y="4974432"/>
            <a:ext cx="169277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484848"/>
                </a:solidFill>
                <a:latin typeface="Roboto"/>
              </a:rPr>
              <a:t>되돌릴 수 있다는 확신 부족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58200" y="3480187"/>
            <a:ext cx="912600" cy="2632500"/>
          </a:xfrm>
          <a:custGeom>
            <a:avLst/>
            <a:gdLst/>
            <a:ahLst/>
            <a:cxnLst/>
            <a:rect l="0" t="0" r="0" b="0"/>
            <a:pathLst>
              <a:path w="912600" h="2632500">
                <a:moveTo>
                  <a:pt x="0" y="0"/>
                </a:moveTo>
                <a:lnTo>
                  <a:pt x="912600" y="0"/>
                </a:lnTo>
                <a:lnTo>
                  <a:pt x="912600" y="2632500"/>
                </a:lnTo>
                <a:lnTo>
                  <a:pt x="0" y="2632500"/>
                </a:lnTo>
                <a:lnTo>
                  <a:pt x="0" y="0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58200" y="3480187"/>
            <a:ext cx="912600" cy="2632500"/>
          </a:xfrm>
          <a:custGeom>
            <a:avLst/>
            <a:gdLst/>
            <a:ahLst/>
            <a:cxnLst/>
            <a:rect l="0" t="0" r="0" b="0"/>
            <a:pathLst>
              <a:path w="912600" h="2632500">
                <a:moveTo>
                  <a:pt x="0" y="0"/>
                </a:moveTo>
                <a:lnTo>
                  <a:pt x="912600" y="0"/>
                </a:lnTo>
                <a:lnTo>
                  <a:pt x="912600" y="2632500"/>
                </a:lnTo>
                <a:lnTo>
                  <a:pt x="0" y="2632500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45950" y="43050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45950" y="43050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45950" y="50772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45950" y="50772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70800" y="3129187"/>
            <a:ext cx="912600" cy="2983500"/>
          </a:xfrm>
          <a:custGeom>
            <a:avLst/>
            <a:gdLst/>
            <a:ahLst/>
            <a:cxnLst/>
            <a:rect l="0" t="0" r="0" b="0"/>
            <a:pathLst>
              <a:path w="912600" h="2983500">
                <a:moveTo>
                  <a:pt x="0" y="0"/>
                </a:moveTo>
                <a:lnTo>
                  <a:pt x="912600" y="0"/>
                </a:lnTo>
                <a:lnTo>
                  <a:pt x="912600" y="2983500"/>
                </a:lnTo>
                <a:lnTo>
                  <a:pt x="0" y="2983500"/>
                </a:lnTo>
                <a:lnTo>
                  <a:pt x="0" y="0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70800" y="3129188"/>
            <a:ext cx="912600" cy="2983499"/>
          </a:xfrm>
          <a:custGeom>
            <a:avLst/>
            <a:gdLst/>
            <a:ahLst/>
            <a:cxnLst/>
            <a:rect l="0" t="0" r="0" b="0"/>
            <a:pathLst>
              <a:path w="912600" h="2983499">
                <a:moveTo>
                  <a:pt x="0" y="0"/>
                </a:moveTo>
                <a:lnTo>
                  <a:pt x="912600" y="0"/>
                </a:lnTo>
                <a:lnTo>
                  <a:pt x="912600" y="2983499"/>
                </a:lnTo>
                <a:lnTo>
                  <a:pt x="0" y="2983499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3400" y="2778187"/>
            <a:ext cx="912600" cy="3334500"/>
          </a:xfrm>
          <a:custGeom>
            <a:avLst/>
            <a:gdLst/>
            <a:ahLst/>
            <a:cxnLst/>
            <a:rect l="0" t="0" r="0" b="0"/>
            <a:pathLst>
              <a:path w="912600" h="3334500">
                <a:moveTo>
                  <a:pt x="0" y="0"/>
                </a:moveTo>
                <a:lnTo>
                  <a:pt x="912600" y="0"/>
                </a:lnTo>
                <a:lnTo>
                  <a:pt x="912600" y="3334500"/>
                </a:lnTo>
                <a:lnTo>
                  <a:pt x="0" y="3334500"/>
                </a:lnTo>
                <a:lnTo>
                  <a:pt x="0" y="0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83400" y="2778187"/>
            <a:ext cx="912600" cy="3334500"/>
          </a:xfrm>
          <a:custGeom>
            <a:avLst/>
            <a:gdLst/>
            <a:ahLst/>
            <a:cxnLst/>
            <a:rect l="0" t="0" r="0" b="0"/>
            <a:pathLst>
              <a:path w="912600" h="3334500">
                <a:moveTo>
                  <a:pt x="0" y="0"/>
                </a:moveTo>
                <a:lnTo>
                  <a:pt x="912600" y="0"/>
                </a:lnTo>
                <a:lnTo>
                  <a:pt x="912600" y="3334500"/>
                </a:lnTo>
                <a:lnTo>
                  <a:pt x="0" y="3334500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6000" y="2427187"/>
            <a:ext cx="912600" cy="3685500"/>
          </a:xfrm>
          <a:custGeom>
            <a:avLst/>
            <a:gdLst/>
            <a:ahLst/>
            <a:cxnLst/>
            <a:rect l="0" t="0" r="0" b="0"/>
            <a:pathLst>
              <a:path w="912600" h="3685500">
                <a:moveTo>
                  <a:pt x="0" y="0"/>
                </a:moveTo>
                <a:lnTo>
                  <a:pt x="912600" y="0"/>
                </a:lnTo>
                <a:lnTo>
                  <a:pt x="912600" y="3685500"/>
                </a:lnTo>
                <a:lnTo>
                  <a:pt x="0" y="3685500"/>
                </a:lnTo>
                <a:lnTo>
                  <a:pt x="0" y="0"/>
                </a:ln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96000" y="2427187"/>
            <a:ext cx="912600" cy="3685500"/>
          </a:xfrm>
          <a:custGeom>
            <a:avLst/>
            <a:gdLst/>
            <a:ahLst/>
            <a:cxnLst/>
            <a:rect l="0" t="0" r="0" b="0"/>
            <a:pathLst>
              <a:path w="912600" h="3685500">
                <a:moveTo>
                  <a:pt x="0" y="0"/>
                </a:moveTo>
                <a:lnTo>
                  <a:pt x="912600" y="0"/>
                </a:lnTo>
                <a:lnTo>
                  <a:pt x="912600" y="3685500"/>
                </a:lnTo>
                <a:lnTo>
                  <a:pt x="0" y="3685500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83750" y="32520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3750" y="32520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83750" y="37083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83750" y="37083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83750" y="43752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3750" y="43752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83750" y="48315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3"/>
                  <a:pt x="7856" y="35100"/>
                  <a:pt x="17550" y="35100"/>
                </a:cubicBezTo>
                <a:cubicBezTo>
                  <a:pt x="27243" y="35100"/>
                  <a:pt x="35100" y="27243"/>
                  <a:pt x="35100" y="17550"/>
                </a:cubicBezTo>
                <a:cubicBezTo>
                  <a:pt x="35100" y="7856"/>
                  <a:pt x="27243" y="0"/>
                  <a:pt x="17550" y="0"/>
                </a:cubicBezTo>
                <a:cubicBezTo>
                  <a:pt x="7856" y="0"/>
                  <a:pt x="0" y="7856"/>
                  <a:pt x="0" y="17550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83750" y="4831537"/>
            <a:ext cx="35100" cy="35100"/>
          </a:xfrm>
          <a:custGeom>
            <a:avLst/>
            <a:gdLst/>
            <a:ahLst/>
            <a:cxnLst/>
            <a:rect l="0" t="0" r="0" b="0"/>
            <a:pathLst>
              <a:path w="35100" h="35100">
                <a:moveTo>
                  <a:pt x="0" y="17550"/>
                </a:moveTo>
                <a:cubicBezTo>
                  <a:pt x="0" y="27242"/>
                  <a:pt x="7857" y="35100"/>
                  <a:pt x="17550" y="35100"/>
                </a:cubicBezTo>
                <a:cubicBezTo>
                  <a:pt x="27242" y="35100"/>
                  <a:pt x="35100" y="27242"/>
                  <a:pt x="35100" y="17550"/>
                </a:cubicBezTo>
                <a:cubicBezTo>
                  <a:pt x="35100" y="7857"/>
                  <a:pt x="27242" y="0"/>
                  <a:pt x="17550" y="0"/>
                </a:cubicBezTo>
                <a:cubicBezTo>
                  <a:pt x="7857" y="0"/>
                  <a:pt x="0" y="7857"/>
                  <a:pt x="0" y="17550"/>
                </a:cubicBezTo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08600" y="2076187"/>
            <a:ext cx="912600" cy="4036500"/>
          </a:xfrm>
          <a:custGeom>
            <a:avLst/>
            <a:gdLst/>
            <a:ahLst/>
            <a:cxnLst/>
            <a:rect l="0" t="0" r="0" b="0"/>
            <a:pathLst>
              <a:path w="912600" h="4036500">
                <a:moveTo>
                  <a:pt x="0" y="0"/>
                </a:moveTo>
                <a:lnTo>
                  <a:pt x="912600" y="0"/>
                </a:lnTo>
                <a:lnTo>
                  <a:pt x="912600" y="4036500"/>
                </a:lnTo>
                <a:lnTo>
                  <a:pt x="0" y="4036500"/>
                </a:lnTo>
                <a:lnTo>
                  <a:pt x="0" y="0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08600" y="2076186"/>
            <a:ext cx="912600" cy="4036500"/>
          </a:xfrm>
          <a:custGeom>
            <a:avLst/>
            <a:gdLst/>
            <a:ahLst/>
            <a:cxnLst/>
            <a:rect l="0" t="0" r="0" b="0"/>
            <a:pathLst>
              <a:path w="912600" h="4036500">
                <a:moveTo>
                  <a:pt x="0" y="0"/>
                </a:moveTo>
                <a:lnTo>
                  <a:pt x="912600" y="0"/>
                </a:lnTo>
                <a:lnTo>
                  <a:pt x="912600" y="4036500"/>
                </a:lnTo>
                <a:lnTo>
                  <a:pt x="0" y="4036500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21200" y="1725187"/>
            <a:ext cx="912600" cy="4387500"/>
          </a:xfrm>
          <a:custGeom>
            <a:avLst/>
            <a:gdLst/>
            <a:ahLst/>
            <a:cxnLst/>
            <a:rect l="0" t="0" r="0" b="0"/>
            <a:pathLst>
              <a:path w="912600" h="4387500">
                <a:moveTo>
                  <a:pt x="0" y="0"/>
                </a:moveTo>
                <a:lnTo>
                  <a:pt x="912600" y="0"/>
                </a:lnTo>
                <a:lnTo>
                  <a:pt x="912600" y="4387500"/>
                </a:lnTo>
                <a:lnTo>
                  <a:pt x="0" y="4387500"/>
                </a:lnTo>
                <a:lnTo>
                  <a:pt x="0" y="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21200" y="1725187"/>
            <a:ext cx="912600" cy="4387500"/>
          </a:xfrm>
          <a:custGeom>
            <a:avLst/>
            <a:gdLst/>
            <a:ahLst/>
            <a:cxnLst/>
            <a:rect l="0" t="0" r="0" b="0"/>
            <a:pathLst>
              <a:path w="912600" h="4387500">
                <a:moveTo>
                  <a:pt x="0" y="0"/>
                </a:moveTo>
                <a:lnTo>
                  <a:pt x="912600" y="0"/>
                </a:lnTo>
                <a:lnTo>
                  <a:pt x="912600" y="4387500"/>
                </a:lnTo>
                <a:lnTo>
                  <a:pt x="0" y="4387500"/>
                </a:lnTo>
                <a:close/>
              </a:path>
            </a:pathLst>
          </a:custGeom>
          <a:noFill/>
          <a:ln w="87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9264" y="2555887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E55753"/>
                </a:solidFill>
                <a:latin typeface="Roboto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6432" y="2649487"/>
            <a:ext cx="71173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추천하는 학습
순서는 다음과
같습니다.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758" y="2298487"/>
            <a:ext cx="774251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기본 원리를 이
해하고 꾸준히
실습한다면, Git
은 여러분의 개
발 여정에서 가
장 강력한 동반
자가 될 것입니
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6664" y="2906887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7F64EA"/>
                </a:solidFill>
                <a:latin typeface="Roboto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1864" y="2204887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DE58A9"/>
                </a:solidFill>
                <a:latin typeface="Robot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3201" y="3208163"/>
            <a:ext cx="53540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로컬에서 `init`,
`add`, `commit`,
`log` 반복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6793" y="3351488"/>
            <a:ext cx="780663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Git을 처음 배울
때는 CLI(터미
널) 명령어가 낯
설고 두렵게 느
껴질 수 있습니
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0370" y="1947487"/>
            <a:ext cx="77425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두려워하지 말
고 일단 써보자.
실수해도 Git이
되돌려준다.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7378" y="3702487"/>
            <a:ext cx="77425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Git은 현재도 활
발히 발전하고
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3201" y="3664463"/>
            <a:ext cx="5770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브랜치 만들고 합
치는 연습
(`branch`,
`checkout`,
`merge`)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9392" y="3000487"/>
            <a:ext cx="780663" cy="20774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GUI 도구
(GitHub
Desktop,
Sourcetree
등)를 함께 활용
하는 것도 좋은
방법이지만, 결
국 기본 원리와
명령어를 이해
하는 것이 중요
합니다. GUI는
내부에서 같은
명령어를 실행
하기 때문입니
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5401" y="5033363"/>
            <a:ext cx="577081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수백만 개의 파일
을 다루는 대규모
모노레포
(monorepo) 환
경의 성능을 획기
적으로 개선하기
위한 Reftable 등
의 기술도 도입되
고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7064" y="1502887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7F64EA"/>
                </a:solidFill>
                <a:latin typeface="Roboto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3201" y="4331363"/>
            <a:ext cx="56425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GitHub에 저장소
만들고 `push`,
`pull` 경험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5401" y="4261162"/>
            <a:ext cx="57708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더 강력한 보안을
위해 기존 SHA-1
해시 알고리즘을
SHA-256으로 전
환하는 작업이 진
행 중이며,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9664" y="1151886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4E88E7"/>
                </a:solidFill>
                <a:latin typeface="Roboto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3201" y="4787663"/>
            <a:ext cx="5578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>
                <a:solidFill>
                  <a:srgbClr val="FFFFFF"/>
                </a:solidFill>
                <a:latin typeface="Roboto"/>
              </a:rPr>
              <a:t>팀 프로젝트에서
Pull Request 흐
름 익히기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6629" y="745313"/>
            <a:ext cx="1878719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마무리: Git의 미래와 학습 방향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4464" y="1853887"/>
            <a:ext cx="335643" cy="70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500" b="1">
                <a:solidFill>
                  <a:srgbClr val="BA5DE5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1149</Words>
  <Application>Microsoft Office PowerPoint</Application>
  <PresentationFormat>와이드스크린</PresentationFormat>
  <Paragraphs>160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Roboto</vt:lpstr>
      <vt:lpstr>Office 테마</vt:lpstr>
      <vt:lpstr>Git 설명</vt:lpstr>
      <vt:lpstr>목차</vt:lpstr>
      <vt:lpstr>왜 버전 관리가 필요한가? </vt:lpstr>
      <vt:lpstr>PowerPoint 프레젠테이션</vt:lpstr>
      <vt:lpstr>PowerPoint 프레젠테이션</vt:lpstr>
      <vt:lpstr>Git의 핵심 철학: "스냅샷" 방식</vt:lpstr>
      <vt:lpstr>PowerPoint 프레젠테이션</vt:lpstr>
      <vt:lpstr>반드시 이해해야 할 Git의 3가지 영역</vt:lpstr>
      <vt:lpstr>PowerPoint 프레젠테이션</vt:lpstr>
      <vt:lpstr>기본 명령어 흐름 익히기</vt:lpstr>
      <vt:lpstr>PowerPoint 프레젠테이션</vt:lpstr>
      <vt:lpstr>가지 치기와 합치기: Branch &amp; Merge</vt:lpstr>
      <vt:lpstr>PowerPoint 프레젠테이션</vt:lpstr>
      <vt:lpstr>Git vs GitHub: 도구와 플랫폼의 차이</vt:lpstr>
      <vt:lpstr>PowerPoint 프레젠테이션</vt:lpstr>
      <vt:lpstr>보안 및 관리 베스트 프랙티스</vt:lpstr>
      <vt:lpstr>PowerPoint 프레젠테이션</vt:lpstr>
      <vt:lpstr>Git의 미래와 학습 방향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이가현</dc:creator>
  <cp:lastModifiedBy>이가현</cp:lastModifiedBy>
  <cp:revision>14</cp:revision>
  <dcterms:created xsi:type="dcterms:W3CDTF">2026-04-08T04:42:01Z</dcterms:created>
  <dcterms:modified xsi:type="dcterms:W3CDTF">2026-04-08T06:51:47Z</dcterms:modified>
</cp:coreProperties>
</file>